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DFCDB-AC61-4437-BA0C-16E232416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A03C86-3385-F105-F7E1-6D124EFDF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8ED18-7C5B-FA2E-D765-D02A6554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59B5A-7712-F6FA-AC8D-A5DD8CCE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AAF61A-AE6D-71AF-B895-FAF7008D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02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C330A-F4E7-4DFC-6CB3-4709A623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DAD11-1282-1246-02AA-DCCDCA4D9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34AC4-B0AD-89BA-A721-7BD4995D9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20F67-414D-6AB6-2069-0CC1773F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3EC9F4-3406-9F66-12F6-4EE9CE33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44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9D610-4579-F018-C74F-FC6B18B97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878079-B33F-74BA-8871-9A2E1E1A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903E9-1576-CFCB-5736-D8D9E0B1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409B8-7B8A-FAC1-0ECD-66A2ED9A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EBE18-6BD8-21C7-95D8-208581BE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80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87DCB-B646-C69E-06C7-F0561D8A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43280-A50F-8FFE-8466-81E037737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969F0B-413C-0E82-586B-8D6E72419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F438C8-79BD-2596-6880-78FCEF77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73BC4A-23A5-75ED-07AF-71AB17BE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99EAD1-A8DF-6A7C-1F3C-48C0F0AD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83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ED35-6B31-4309-1D17-9D097DD5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69E743-BFD3-209F-D1AB-23E718FC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FBCC7A-0C31-5764-D4D9-A885C8CD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091B99-089E-9EAD-BDC2-B85031AEB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745383-B128-5D82-B66D-964F37612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B9C59F-7A3B-FDD7-4D12-DFC7B400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19CCE0-C8A6-2AAD-7B0E-790CC2B9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0A0A60-410A-7594-DB20-FE0C205C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64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27E1D0-74F2-8DA1-786D-A6DF8722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B91B7F-1FCD-E6C8-CA8B-A9BEC7BF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4B6355-030C-390D-6666-D06CDF61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2AD012-0EF9-F03C-80D1-4F3E15E4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98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961BE2-F14D-40E9-66BA-0A03A3C8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84E99B-3C9A-11B0-07A5-ED880210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99B44-533A-3031-6569-310B3949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75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01712-8A3A-7092-786B-6B9D03AF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448E9-ED2E-DBEA-B13D-616CEBA7F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EA22A5-2CA5-CF0A-3DC1-73F34D5DB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746C2D-8EC4-062A-A7FF-C8F3F4CA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441074-3117-1E51-B4EE-E3CF23CD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00265-176C-7914-D973-5C54EB86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71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890B4-B568-EE8B-BFC8-53DF4E57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C9BFB0-DB7A-ADEC-E0A7-2BB808316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323B04-44E2-B310-E63E-3EE4514FA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6F7756-7E9F-5668-91DE-8B685797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A84C7-4F6C-A543-F3CF-EF9A9D09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A827B7-7C1C-D3EA-16C4-39792597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20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E89EA-83D0-8673-FBA4-A1AFC5F7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F3E3D6-473F-A6C7-D9B7-1289997E8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7FE84-F2F4-AA21-9B91-78FE39D8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2F29B-F2A2-DC17-6BE7-C7E3CF4E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174E3-9798-E26E-4E6E-30CAE2E9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18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50FDDD-05CC-8194-F613-EEB41BF36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0655A7-6186-BD61-51BC-0FE56B8BF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CC5E9-7627-05C1-E168-1443BEDD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C39137-F679-7AB0-AB03-C52E2D44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05953-034D-C2A0-2C9A-52F7ED33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59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CCAD5D-391B-35DC-2CB3-DC3872A5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DD11AE-408D-84FA-EB93-CC655DCCB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4EE55-1688-28B6-D9F4-6CA20AA61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909DD-5EFA-4E14-8209-480BE748484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7238D-7FE4-7823-733F-E583FF347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A505BC-B8F7-2FBC-7A01-4586748E4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62469-D252-4E93-84D8-D0CF61E5BF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47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4BB691-353E-BDFF-89EA-BB7811F979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4699DEE-CA5A-C785-70A7-B1076672F07B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5B3DF3D-9EBE-E79B-E3B0-D7C9682010F3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D19D58-2C40-9DF6-0FBF-9CB295FD3B24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5A88B0-4626-48EF-FC79-81107A91F464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9BA459-C3BB-075A-76E2-40A87847B561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115159-76B6-B42E-25F8-6FD5D3E5BA23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A74C0A-0610-C5C4-4286-6EB51D3533CF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1DA61F-90AA-A59C-1F41-DCE3F34F5045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0FFA55-D039-6752-A01A-0D306320A094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29C5944-635C-9BBA-AE3C-C527CCAAB720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B76F90-44C0-181F-FFD1-4DBAEBE23E96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28171B-ABD3-E963-E14E-551431F52730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F148EC-D3D1-C28D-8F84-04416AEE196A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D2ECBB6-29E7-A9C7-9A96-26A2CE6DF24F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A6F703-7B86-2BB4-CB28-9A554B7435F4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FF74BA-339B-8150-F981-157A2A6E9C7B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C0335D-5633-28C2-FBBA-B66874DD1AD3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81987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FFF541-7D9B-70E9-3346-44957B56F7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A283A4-7794-BBFB-8424-D77A31AEA8E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D150F92-9AF6-06EC-ACE6-A8CD6D213B1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122616D-1425-05FB-F2AF-B124CA251A7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51DD8F-9F3A-1AEC-B1F3-6FB02A06E8E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D00AFA-9D1E-4F44-16C8-CE129B85CA1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31579F0-C24E-9144-74C4-8D0003E608C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6407AF0-1034-D37F-5275-88BC59D20DA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ACF78D-3347-3228-7BF2-50399103551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758BC11-23D0-35AF-B30E-70E6A4F8C7E4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1304BF-47CB-AB78-36C6-1AE7CE1BDC94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C3E5D-4E63-63FC-A15C-785F32BBF7F2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CCC7C2-A198-DBD4-7078-F722BCFDFBCF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86038B-369A-614D-985A-D308DB6C9135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C3D04E-3C7F-6270-D0C1-4768406CADFD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EBDB97-4694-8694-F812-6BD599DC4228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05281A-2239-3CDE-EADA-4B3CDDAC973E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8D38FCD-DB1D-51DE-A73C-2E4714A3D277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199713-EA7A-686E-DE42-1E1FA3366184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D093B4-1108-3893-8A8C-9DECAE9CE4E6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538F21-04BC-7C3D-A078-89CC17CBDE0A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F6BD2F7-33F5-DAE9-EFAA-3009C2A4D885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50998F-8D9F-1632-7379-3C897FDF911E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6E992BD-9CC0-B54F-BDDC-518680278165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999CDF-ECF2-B604-3EFE-85D3A1D54B30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9F69049-8CCF-B0C6-9731-6251A84CBF0B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A426125-BDA6-8460-4CFD-F05749B1BC1E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40262A4-B58A-25F7-454C-94A07C4E14AA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2D0867F-C08B-AEDC-EF58-470200D5055C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6424D24-3C17-EE38-4C4E-9CD549E1F40B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4F69305-7F12-9FE2-1006-958058E0C4ED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9A82BF0-FCD7-D74D-4E88-7684D5DDD901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6B85CC-93E2-1AFF-2952-929FE53C1A74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00D0D07-C7F6-495C-3FD4-FF9CF219ADED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EE8D317-D0B8-C48D-9B15-F9A751A96E86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94D0E9F-E0DF-81EE-9518-33D8AD2850D7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8BAB0D-B174-B0B9-1A4F-2D32E429E352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517B2D3-5FAB-4D71-F108-23546C89350C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36B6AD3-A141-FA05-E57E-0E80641E9313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6152E8D-1730-F307-9C92-4F69C5876BD5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978B18-5D7A-F24D-9E7A-5F9DD4B12B81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DAF378A-DC39-2F4B-0543-18B4D30C78AD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46ACF9D-5632-E5DC-922F-22DEE75F6862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C9FF014-2225-4C7C-8833-A8C450B6E636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4058CE1-A9AE-67A8-0D08-B8C8B95396C9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35CA848-2E21-0386-FA6D-2E708DBF0836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666D301-EAF0-B5D4-09A0-4402384EEA60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20382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CCE73B-4FDF-92C6-8BA3-C8B949D338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15DBAB-0509-36BE-C858-A55A1C17C17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3AFA6A-4A4C-8765-C22D-D1F2CDAB55B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4AE7C9E-21B2-171E-C8E3-E69DD9E90EF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CA2575-F6B7-B373-706C-7C850EE69BC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FC1B00-C6A9-8AE0-E19D-5C4E0B180BE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322E3A7-1BE1-63B0-1626-338E5068D02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9A47989-3343-0ACC-3487-14862EA0336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D7048B-EFE6-3797-2CCA-74CEA106EDC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827F517-8E3F-CB9A-B71D-041B8B9E9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45108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313480331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805054247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440123810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54726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0202227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0752708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94394133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4A5E557-5014-7E82-3614-D93AEA3F1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99358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70431997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26320073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60993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05561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3747477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462224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90152822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F682669-C375-D23A-1B67-57445EEBE56F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0F1073-B8CA-5CA5-1AAE-477F2A0C13D5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104E3C-B750-A943-0475-95E845431C50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CF041D-A23A-92DF-0345-254E48DAE550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1C4598-993B-9234-4CD5-C84D9955E66D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E58FF9-8BA4-87BB-6219-C21EFF58A7E5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EE0F5D5-30C8-96EE-A931-D2DB944B4057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5089BB-1D75-DE52-C50B-741257EF727E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2277EA-FC39-7222-EA02-5E068E611BC8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FDF60AC-B979-BE98-6D27-6ED9774AB28A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50BCDE-F34A-73A0-4099-35F932BB937D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82BDB1-A11C-1F9B-8AF7-2EDBC9BB50A2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241544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EC7C72-EE36-AE8C-4821-5EB1020A8F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25BC868-4810-8FC5-C03A-B1141479376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246E7C8-250C-3B3E-A006-C051C9C5BF71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5EAC55-C08F-3C4B-B381-08E9B2D77B41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695673-8EEE-0160-7775-20137E85CB19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840010-8F01-0C30-164D-C8EA4B36D54E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EA2DF5D-7AB0-3149-09C1-6C448B4FBCAD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93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C9AEB2-82F9-7C2F-DD68-D18F020227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48B03E-4229-3D68-1864-FCB7C95EBEF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5D3B851-C623-C0F7-FB13-1FB17AE98C3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53ADEDE-1AFB-CF7D-351F-02B1F39881F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70650A-F462-B9A7-7FC3-55F41ACA9B5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927D55-1ABA-8656-A292-4486CA588ED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3C13B0-530C-9072-EC42-03A13AF7973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703B045-603E-9F23-1FA4-519B2F84C5D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9070AA-3DF8-CEDF-A42A-53BB401F0B9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669B043-FA74-BF98-FA38-F63888FFC81A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702AF6-F551-FEB2-C590-1C4B43A39063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EBD4F9-7910-0B66-CC37-44CE883D9D69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2BE091-B49D-1FA2-65A0-38D4A7DB5CC0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P(ωi|x)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C5F9835-9052-9A69-4140-182CB43D856E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7C28CD-5AE5-7387-85ED-35DCC3B5AD95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3A9B9B-50FD-77F0-D481-12348C6FEA72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EF5F96-4190-42A7-749C-E1D6B13B2607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6721727-4DA8-73AA-0F78-2F5AA7A82C27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15FFCB-3387-431A-80B9-E79496628272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818B04-F1B9-F16F-2595-520CEF384499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B065FD-BC37-E953-3B94-7C9DD68CD379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4C84816-1C49-43DE-884D-E5C3514F1EE7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A0BDE23-5ED1-D24D-C81A-0C923F632958}"/>
              </a:ext>
            </a:extLst>
          </p:cNvPr>
          <p:cNvSpPr txBox="1"/>
          <p:nvPr/>
        </p:nvSpPr>
        <p:spPr>
          <a:xfrm>
            <a:off x="1270000" y="3632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g_i(x) = -1/2 ln|Σ_i| - 1/2(x-μ_i)^TΣ_i^{-1}(x-μ_i) + ln P(ω_i)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6B8576-ADEB-D2D5-45B9-1E0628AB4362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362170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0A1B1F-608F-6F4B-790E-5CE97F05C8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0A6BFB-AB3B-AF11-35E9-562ACE09865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8DB8CA8-6AD5-2D92-0E51-0DAB34F6A75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8EAB021-79E0-1E93-8929-6348B3325CF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95FE73-4052-11B1-CCD1-C657BB8240A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A28324-3AB9-6F94-AAA9-CAD05033839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B4DA9A-3F4D-3512-50A1-5D3FA222039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4292BDF-12DE-6D66-E2B0-EEEEA75E7B4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648EDF-85BB-3CB1-6D41-8E9C5EC46DA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AFA411-E70D-7731-6E8B-C3B0E62C5CBD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65C72B-671D-6A6F-421A-F72EEF462C8D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2ADBE9-E216-AE0E-905E-8581B4D89B69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FB7A1B-62E5-580A-CA07-A35D10479B99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28416D4-AC58-1960-EE6D-4088F1887AA4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C00842-B950-3BC9-0982-CB15964B653B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222722-70ED-A8BC-2D4B-43DCB6338928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C7FEF1-1439-0FA8-129F-1CA8A4CAAA71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A50023C-A6EC-544F-1B29-1DA9C181603C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52E67F-63D0-813B-0746-11817D1076E7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D5661B-4B80-76F3-B386-4656E87CB310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67199C-3C6A-898C-8DE3-691F0E1107D5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78B0E4D-2C92-47E9-0E73-3EFA4116623F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B0BC010-D83F-B3F1-1412-311D36900100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6114252-A6D5-7873-D9CF-594BEBF94FFF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36067B-8A91-40F8-9423-068473BC0F22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7EB99128-C95D-D508-8735-01663F87F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09639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329322537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7688902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2323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9572202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2010865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2899462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02822856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BBA2271-7CF1-D42E-5D63-27B3542AF365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A305247-AD7D-3811-2511-A9D416EBD5AE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F7C2B7-B9C7-36BC-7E21-583005CC6CF1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B3E06F-48E7-797C-DAC8-8D34E6E6E961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10586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F21402-EDC4-6E52-2008-A7A1BAC989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AF53FD-03C0-CD3D-1978-87433E59305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2691472-D4D7-C744-B0D5-3D112C11F26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F98D6E7-CA16-0AED-66FD-054EA76083B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96641D-5C55-F039-9707-A8F3EADBAF6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8EEFFF-E7EB-4710-BD98-E0E1DAFF94F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9008C38-D14C-191C-3B37-1099C50E3FC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F3F2DD6-8F68-7713-F822-166548091A0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276B36-DE7E-5298-3DAB-8EC66B63761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FE3D1C-78AA-EFF4-53ED-D1D1B7BF360A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67D01C-E83A-A2CC-928C-AEF9AF3C1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6D6DE9D-2AC7-699B-D96A-D6CD539F62D8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975C69C-281F-A060-C99D-F21EEC52D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7B4C68A-499B-4616-773B-BD3B4EA087C4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22E615-A56F-DB61-DEC4-F32236CBE6BC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360DB3-255D-B590-F29B-BD5F3F32EDBF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64E7C5E-FD39-5FCF-BFD4-5194CD7087BE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4BA607-B6DC-C2AF-EF03-E6C16BD040CE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1584DB-5869-3084-8DAB-17F67EF33CBF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5E76F7C-E0A6-4DDC-81C8-A8E05F7236F3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8E4AD4-7500-8570-9697-4FBED647F615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330661-C453-F3C6-580E-AE8272C38067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0EECD17-8FE2-2C88-D2E8-E8B703F9EDEB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299662F-9666-ECBE-A0A7-3C9EB13B8171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E7B872-1E32-8315-18DF-1236FC6D6580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722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E88FBCF-4402-4318-37AD-7C9EE17D0A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D4537C-7915-A7D1-EF62-A5D0BD4F78D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4CEE6CC-C152-C748-7157-BDA9A09D265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4CC913E-CC54-6A78-5DDD-008D0990073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E2DED-5FA5-CDE8-DAFD-C7722E65DBE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437135-27E7-431D-F74C-D903FD5B98C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652ED9-2561-E47A-95D2-6944DDAD190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DF046E7-0F62-A689-8CC0-9E3C0C5C866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F2D39C-05A5-6C20-E735-520656874E1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C21C22A-C624-B1E8-1C9F-831895635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37701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422009893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44850466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9508558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931707521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19998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2852635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5660555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92151544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79484018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88832633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250CB95-1DBB-076B-4A6F-A9B1D572A3BE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B36C2B0-AC6A-D10E-D58A-E1FE4F56E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93C7EB0-E970-6146-FAC8-8E88E2C128CD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43807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7D16B0-4216-7F9C-D4A2-664C0E1E26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71B07D4F-DD23-8902-CA0B-4C29C38FE4D0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2E6FD4D-65B3-9A76-3933-83DAC2C1C0ED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AF748F-8D2B-2AE9-FEAC-9D5FF5D7DE77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326AA0-9FDA-BC0B-D5EC-B69932A1EF9E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6FB4DB-77F3-5E39-EAFD-20BCF913946B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8DC86B3-C0AB-738E-DAAD-7DF3A34A5025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26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A28301-3DC1-BBC6-615E-7686DE1741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87EE7-42E6-1BFA-BFA0-6D3A9CFE348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D4F2203-F2FA-F029-2FEE-5C37451A354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CDB0B92-C43A-AF92-3538-5504C90070B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230398-FC8B-D7AB-DFE5-965A43BE845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720580-165B-29CB-A88A-6DA38D16E10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54589A3-3DEA-B7AE-D750-650550084BF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FA56436-04D1-05E5-DA41-928F5A0F8AE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5E4B77-5F8A-5188-36B6-93BAC2B8D2A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76DACB-7B46-9E2E-F8D2-22B40BF2508F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D108AA-B544-4DE6-02AE-66E1C73B5A34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64EE50-34FA-770D-9F8D-D2C18641530C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551FEA-5B98-6E4C-7A4C-EC89D0147033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B95D5E2-0C85-6712-1665-439FFC90271B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1735F6-864B-EDC6-239B-BD8C02CCB7DA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B607EA-D5A3-346E-38C9-412C8DC5417C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2FB7EA6-C2F8-D524-BA3C-433F59D18B25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3B2873A-1BB4-5806-E581-2138C7F554F7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4680D3-0644-2A26-622B-FE5474A47513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E0C9D9-7FD6-A933-1ADB-6B1A84EA1520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21F1B4-D93D-EA9C-7D20-9B1BE62E108F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6DA697D-7BBC-4E77-2FA1-D7546581857D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7D0534-7541-75FE-A127-E3D256908374}"/>
              </a:ext>
            </a:extLst>
          </p:cNvPr>
          <p:cNvSpPr txBox="1"/>
          <p:nvPr/>
        </p:nvSpPr>
        <p:spPr>
          <a:xfrm>
            <a:off x="1397000" y="3581400"/>
            <a:ext cx="939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J(w)=wᵀS_b w / wᵀS_w w,    w=S_w⁻¹(μ₁-μ₂)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3714F27-A9B6-EBE1-D3DE-09528C5BB534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3662595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0E61A-617D-8E38-B750-A45CE68A6D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7029BD-BE64-17C3-7DF3-BD486C28EC6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D8A45E7-AC5F-5146-4621-26820751E21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65C70E2-B0E6-782B-DCF9-E90569DF16C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6F3836-3537-3CAD-F753-ABA8982A923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D2C90E-9663-61CC-CCEC-43A45481BDC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BABD70-FB88-211E-E508-997F71CA553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898BBCA-B623-4B75-33A1-F80B3CAE26F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258D04-CA94-7FD9-3ABC-8945AF5F2FE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1ADADF-5310-5C24-EFF9-F8F6A823B815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FA47C5-7A13-C248-A13B-7DB3D91A0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DA6B44F-B6E6-9141-CC9E-440F18176E84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EFAA6D1-E5D0-3909-A650-EBC255874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B2DA4A-3A2F-8721-AD10-0CAD8AB3B2A6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18509B-33C8-39D3-98C3-6463840A9600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1FDB79-1728-3A27-680C-690DD3D7C1B0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DF881E-F4F8-5E18-5BB8-F292776F7181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31A4A93-8732-2A78-BDF8-5E54E0F2E166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B44C1C-AF4A-735D-34B4-F4314C599AA6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2F0D48-ECBC-189F-7637-5155F6DC6366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540CD0-76C8-8353-4736-3B3B8436C1DC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883228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273DF8-B7A4-FA06-898B-81C647B3E6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1157E0-487E-A513-1303-69EC4000768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EC1BBF8-4071-43AD-F0E0-3AE62AE45B8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2550B80-55A8-2A1A-AB93-DEE7DBD8330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47C078-19C9-476A-316D-47CCBED5B50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14270D-E4C3-FD52-AD59-4CF85AC837C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D79D9D3-D0B1-96E2-EF63-840BB5572F3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58E6B09-FF09-204B-5C83-451109AF4F4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29BBA8-3E31-531E-F0F7-DBCF6252A7D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3661E24-6207-1952-AD9E-B6F643399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77934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3639995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01556459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54805964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59201457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43914902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4397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7892964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8338608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72398245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3C01D35-3C5D-F121-918F-63209A681CC0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7EF228-3761-D798-08C4-196611F77FE6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86ADA1-83EF-7B00-4E00-CAC14E435DFE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82E5C8-2E19-2A23-40FB-838A7F4FCF77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C2B2F4-0547-C68D-C3B2-A6CF7736CA72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61B8C7-51BA-ED1F-32F4-E5DC834BA9B8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3504F9-FB26-1904-0B05-338AA29B85C5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AE9F80-D6CE-FBF2-CF9D-82001E4A93BC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432E24-BE55-2498-88C5-BEC6030E2E16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1A9D26-A501-EA84-E0C8-EB185E4CCE59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418E62-2D2F-B7EF-9DB6-0424856DB8FF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462E2A-CC5B-E6C4-158D-C5C626E1A10E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245ED16-EA78-A7C7-8A4A-C511FC4DAB04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17060F-0E68-7BF9-3ADD-042EAD7DDA0C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73B7D4-F4C1-102E-0672-B30BE8111E6F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BD3904-224F-A37A-ABD8-7DBD8023630C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89470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61E29B-8F5F-10CC-412A-C8244FD731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08DBE-0B31-1938-3361-432567BCC4E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99BAD9A-8E63-0ACC-EEED-A5082A214DD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D60168F-C1CE-2138-CF99-A789B52C394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13E8B-592D-3875-D618-18B00AB42B4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ABCE49-931E-5849-F51C-4E12063EACC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EBCBD9C-408F-E237-1819-DF80EC6A94F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28E9211-8BD1-05FB-940A-C6B7CDD6647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839D5C-5C7D-6A33-C275-76239432BC4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07ACABF-D134-9171-E04F-70691D164836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EF4C20-1CE5-1B60-1F60-C290BDCEABE2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523610-FF19-A8CE-F0FC-421115ABEBFF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F51C42-A8CE-C1A6-DA6B-3419ECE399F9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F18BF80-019C-F42B-063D-AFB8447166B5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A3F327-9BE5-4244-46C0-6CB4085009FE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64F228-A8C9-6310-B5E7-F1E242ECF214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8A261F-AF59-822C-2BED-A31FF1C9A8AF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77167A9-09C0-8C97-3339-AB727E538ADC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CA4D5F-7891-C8BB-4781-D947CFB93A4F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A5474A-2389-B8B3-B8F0-6A4E23DDC96E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67B1F1-C4DC-0179-0C4B-632CE8AC08DC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88FAE26-EF21-A125-DF59-F62552E9801C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52219E-7EF6-0000-7DBA-2369B8C20D6B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2169135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626EAEE-5749-FADD-3C7A-F429F6FDE5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DA1D9097-4164-9424-8D96-2137D31A5A1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59BB4DB-0981-E4BA-A968-BF0AA45FC926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5B74F8-0DAD-244B-A665-D9990497AF09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166FC-6378-CD10-F409-84B7F31F494E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7C3487-672F-7984-EFF6-80768611144B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73A457D-EE3F-B9F1-E85E-CC4A369781EF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265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9AF3E8-F3F4-EE39-2FF6-70D0B5CF0A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BECBB4-390A-4671-8050-A3A75218B92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A2AAB6C-58B9-ABD9-903B-E5DCCA2CB80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BA50D29-DB8D-DF62-A4D3-40A7B0956BA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1434EB-C0F0-F317-2760-6EBE7BD5316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8322F7-FCA8-512F-7BAF-DED3B3E8D91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5D1B5AE-6E62-BB49-ADA2-F95FC552172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1343969-3DA9-103B-2262-C3A25331B3A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F72FDD-9FF6-EE6A-D510-E3B27D25759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2472D1-B9EF-52FE-92A0-716A98F0F00F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1A8DC2-56DA-0C03-0144-870D19244A3E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762A2B-3877-5D36-3F7D-C12991DB9D92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7DAF79-62B1-67C3-AA99-FBF61C644CAD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B1BFE5-90DE-4D40-BEC9-E2DDA049281F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6F6BF-2E46-EA89-D223-57DA7B7DAB0E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92DCC0-D3AE-5D91-410F-A7D539A6CC29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B071D7-E792-1193-4B5E-69EC3A141181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57EAD35-9D62-5D64-605D-04E967F4FA19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6BF697-CDEC-6522-47A2-D2F27B6FD688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uᵢ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λ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ᵢuᵢ,      zᵢ = uᵢᵀ(x-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28ED53-4F6C-4794-8ED8-29A3A5F84E26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221215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7A2745-CF8C-937F-A3C6-AF3D32D50F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288168-9613-8D00-B30E-A022D5B5592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18888A6-0BF8-80E8-87D8-DF02522B343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25F0D71-96F2-3FA2-0FFB-83FFB2BF05A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23D937-805E-876F-CA48-F894FB57B9F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FAEC8A-3947-C413-79AE-0B273918262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7ADF2BA-31DF-48F6-EBF6-55F71C2A86B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E3132D7-1092-83FC-3316-9421D7B2BDA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F5A1B6-D03A-1126-5121-1101821A8C1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4B426ED-6F29-A258-B424-FAE159F23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353354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897483205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272187546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4133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0996220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0289746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5909327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4390837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75844267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6DC8E5F-F4DF-A920-870C-E35DDE029FA9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F85C98A-777F-7186-16B2-A77D999C8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72907BE-7BA4-19CB-BAF9-EEABA4634221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1E864E-0A8E-C1C3-9883-B2B80461AC46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64688E-754F-6AF5-05AF-E8461334B53C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2E4E47-DD57-B9E7-21DA-EA0AB08FB92A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37150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DA6F8F-AFD6-DE5B-77E5-7340A3F779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4221BB-C415-1BD5-A4D3-4299358DB95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DA78A47-B54E-8AF3-B2D5-296FAE3F893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2F8D37D-6C78-4AE8-73D6-84DA2D6F30B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1634BC-7C96-9441-A4BC-7F99A7B909B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786508-4FFE-8EB1-7251-44062701A45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4E30BAE-5849-0CB4-AEC5-0417C453598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12F6202-7D0B-83A6-9ECB-670E7202FF4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8E9602-0DF4-9260-5A46-FF88557C230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F999C13-0E2B-2425-E4F1-8E7E3B2D203C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711A2C7-BB66-110C-0F15-C757BE1CC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14CD42D-9084-6F19-D436-5987795CF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28716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97623281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13134724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05247264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01505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226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337230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32034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520086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9317086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6EE2F5D4-E94C-B09C-5903-39CC32BD9C93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332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2AF03C-FE77-9C3E-D7AC-A6B29A5DDE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E73998-2069-8481-AA6E-EBAEEC22CB6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9C9A4D3-4C5C-F742-F8F2-7C2EE011D6A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F658A4F-34DF-1EFD-A7AA-065E60AE40B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0BA487-F3BE-6F84-D342-396B3331A3F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E62494-B3C3-BE40-05E3-7FA7493158E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E29E14B-F52E-BFA5-A52C-1990438C0B0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58AC6E3-FCD3-D652-1D75-AE6FA735D40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CAF4C0-CFC0-C4EC-4BC2-833B8B8EDB4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4271E1-18FE-F38C-45E8-22186DBD950A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ECB1B7-EFE6-6C18-B3B5-59B0153BEFC4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0A1AB6-D9A6-1DD5-D734-155E2D91A527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5550AF-B8D3-AB12-C98B-A8E3949759E7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23CFAA-54A2-521D-7C88-1E5B363CF5F7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48CC4D-C78D-8AE5-26B4-A2EA6172176D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D5B1D7-8726-68B0-0DD3-179280CDACA1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BAEB58-159A-DB7B-38A9-4BFE7FE68C6A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9E7F112-915C-2B5B-B205-DEC33E419286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0A4D5D-C830-DD87-E39A-F7B3A449C291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7A143E-2863-E189-A1C0-F2CCAE8D5CD2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F84057-3EA1-5FDB-3558-3B821EBB2097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B4E59A5-BC1C-6C1F-D9E0-532682E237D4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4269878-EDD2-0C1B-2E9D-B6433A949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87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8356D3-492B-A6D4-946C-F025E0FE7F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4EE1D94-756B-D606-B0EB-B8D59B6FC633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BE2F31F-088C-1A58-044C-3E598BFB441F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3AC00C-9F0D-DFAB-9A69-426E69991C9C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FEB3B-4A37-CE1A-0607-519DB6F66B6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84C30B-3280-C50B-C511-A2CAB5743732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28D23B1-FE4C-DF29-B4DC-090C3082E1F7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18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4528AD-2E1D-54DA-A143-629CC38F36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D65873-2963-BDE4-DF6E-1C74F5CED9A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CE7335E-FCAC-A9E9-B7BD-F15C8B3628F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9A7468D-312E-8214-04CC-0AD837AB956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728388-1F56-0C9F-9EE5-AC4A19614BB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B2EA60-8011-F61C-AA44-4B67AB9067D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518B86-5FBA-F704-D801-FF4830B4D17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7F261DC-91D8-54AB-9781-2CCA01C830F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9528DD-46D9-94D0-B3B1-9EFDAC80B3A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9D04C1E-AF91-D43F-22B0-64596D0D3F5D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4EE16C-F68C-B95D-B831-44D5A3CDF8CA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56331F-7BBD-B630-07AE-EB09BCE2D622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D41222-1945-E7BE-06E9-4E73104AF2D6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6C1EFA4-8EAF-3D2E-9891-2DFE81BF1EB0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0C5A3A-5F36-E642-313B-2C47894DA7C2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99650E-D233-6B09-ED2D-34D06C2483C6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25CDFAE-A5F1-E307-F167-392BA8D4869C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FFA5E4C-C83A-02AE-809F-5E27C4E4F4C0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104DB9-F2E5-50A9-6007-85A70ACBFD46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B58573-4679-7D35-35FA-C67F6B3E972F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BFC59C-FD0E-4CFB-D267-AE95C2275EC0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FE2BC2B-A522-4E56-14FA-7E2F57C324E9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6A5644-454A-8AF0-D109-4AD994C10868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6F4EED-4806-AD79-FAAE-988E3A2E3FC5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31D483-B5F9-924E-3BF0-9F2FD2FFB1EF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C000794-D05D-ADAA-75A0-872489DE4AEB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35F0B0-617C-40B0-E7DF-8D2F8872FB23}"/>
              </a:ext>
            </a:extLst>
          </p:cNvPr>
          <p:cNvSpPr txBox="1"/>
          <p:nvPr/>
        </p:nvSpPr>
        <p:spPr>
          <a:xfrm>
            <a:off x="6858000" y="1905000"/>
            <a:ext cx="3365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z = U_kᵀ(x-</a:t>
            </a:r>
            <a:r>
              <a:rPr lang="el-GR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F1AA0487-E20B-865D-B58E-957556B6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701287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937097085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9507936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8257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413295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8250333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8671327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97203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598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369F15-54AB-A9DB-62D3-D747A0D666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A1C386-C53F-E086-590D-FB8E6D9FD57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F6CF32C-1FB0-BD0C-62BD-8F32887CECC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74BA686-79E2-2BAB-AF2A-4E1C0E237FD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CBFD7-93CF-5B53-A266-31744C7E7EE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5A9EE4-329F-9101-B210-380569CE642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36BEF3-F289-6890-EB7B-1183F0AECE7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F1AC5A5-1828-2AA9-1DA0-E286D8B5EB6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AB49B3-DEA3-D686-7288-3B90DCD0B51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AE6A25-E279-6DB5-D375-80401FA7BFC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D0D89C7-CED7-6E15-7872-0F0B02896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CE8835-B9AA-3696-F6FF-4849AD9BC2EE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C33D7A4-25F2-5752-FE7A-5C3D4B7B2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82DDA87-893C-8F18-56BB-72F204AA30EE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D5311D-E3E4-3F5D-8478-061FA6B08A71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6ACA05-D2E2-CB0D-51C6-5F313EB9AB2E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08CDAD-7E02-F895-0C97-10504551252D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45BDF8-E610-748B-26AB-1A0886EA4429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827E03-CF3E-A9AD-05E6-C58CA9B89568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AB51115-19F9-DB6C-0C0D-7A6C1001B368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861ED84-1759-80F2-BE0B-FC708EEC8907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D43EAE-7024-2CEA-9BCB-96DFDA1393C1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234B878-291C-3E12-3D4F-1FD4AE9DA177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51331D-709B-A040-62C1-6C2F5277CA2C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3B3B70-B427-1BFE-83DD-353516DF149D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300650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61E034-B0A0-B3A7-156D-8EDAF1E00C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20914E-D685-C651-0F69-DA0CE29A727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CA11A9E-537D-A8FB-4DE6-102CA2EDF33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5CFD680-B197-60A8-AD3A-E9DD92DE129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75EC2D-294A-542C-45FF-9556632A93D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EACAEF-E8C6-BD3F-4D03-0FB026CA557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293E0F2-0A21-1DF9-D865-945C25EC402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73BD7B9-7A50-DF16-A509-E28848AFAAA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7006C3-3606-F69D-7126-427DD14C7E8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3CA4404-02F1-F27C-BB20-2FF0972969EF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BFC94DF-22A4-A56D-519F-BE54410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0757C7C-F959-4EBC-816C-F7B7ADAFF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1304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256165016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537295627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599323767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202926329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23703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3767033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679347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3770256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5601361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21FCAB58-B8F1-5C07-0F84-7CDA28AF7701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315341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51282F-F6D0-0716-855E-6377055D0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3BA95D-D522-74B7-18FA-8850A43CCA8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42004C1-E904-A719-AB26-976363BE7B0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5E9623B-62DF-B15C-412F-6B170564AE4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19A12A-CD79-B3C6-6D87-5DAA2E95E03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D0F14D-E256-046E-15F5-32745B3339D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10D2B2-F6C1-BD81-DCD4-133FFF7FD98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C13EC-0E4B-6AF9-7BF3-2D8D0413D2A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0FE18C-8AA4-770E-641B-7A22E7211B7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CBA0B0-52A2-863E-CE1F-91FCCEFE5572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6BE2F0F-D6A1-CA1D-054B-4E37F971D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4B88B5-3211-EBE2-D7EE-8285B481C440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0DFE29-B015-87CF-8AFD-922A3EDD9740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977A55-0560-A242-AA04-F2EA241B130C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88BDE7-FC13-EA42-76B2-EB688A8B11B1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1FD690-C1CD-C237-FEA9-E0F1E0480BD4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AF896B-E0AD-B7E9-FA2E-572C2894678F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E8FB29-0CC6-3AFA-C897-5738A6672ACD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803FD9-3D92-E84B-6A41-702B71D41E41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DF4D60E-3EE7-D47F-4EDC-34220E575E7C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78577D-3C93-F30A-2DF2-88C3F6642D77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C9B9AC9-DE8C-1069-63A6-A38685695504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E1F368-B1EC-3098-AFEC-B9FCB1DCC973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2111723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90B0DC-3FF3-8E45-9857-19F52146ED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3FF9E3A-F639-783D-BD24-96BBB4E82B3F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0C62D64-8AA3-BB7E-7A8D-8E137662BC3D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600890-A4EC-7710-069F-DA55D598B8AA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9AAE1B-52FA-880A-ECE8-EB137025902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16C25-817F-1D5F-C303-CB0F7CF116B2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362FDF6-3EA5-CF5F-CB71-F92706D0D433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095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E6556D-B64B-F9A3-4052-9F4270695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ED6D6D-D0B5-BF65-3AB7-5341472EBC2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9610344-5BA3-0FA6-F27C-BBB5C3FC01C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371B59E-DD15-B4FC-33E3-CBC851E8AE9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5C4880-9999-E4A6-692C-F9564AA590D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517FCD-15B2-0901-1FB7-11346FA3670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A2A6984-030A-9DBF-319E-036B4CBFD1B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23555DD-22DB-7833-A8CA-B6ECE932F19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DDAD5A-15D1-B13B-4B28-65E51086468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FAB28C2-E59C-3F0A-F258-196DAF4A0CB4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ED0E3B-31C0-7CC7-2E32-E1D880CAA8AE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D52BD3-387C-30C2-5E4D-08AC0C022A35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C33284-3749-2F11-889D-60EEFC3E5C37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87CD5AC-2418-2109-2548-065D8CE741E1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37FDCA-8B8B-5037-4236-84CF3F04D061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173344-7CD2-8A46-DED5-B11AE4F2322B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D6E9BC-D05C-2472-4BDC-23F79D1FF0CA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F9351A4-7965-4C63-72EB-43137C0D32AE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BFD284-2810-3DDC-990D-A0DDBA2FB34A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30BCA9-BE8B-ECD1-9759-A6C84CF9AE05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1452642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5E0D3B4-2D76-640F-B6E1-69F6E97FBA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BF66C5-909F-3DD4-CA1B-FF807AEF5F0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4403ADA-4784-AAF8-F149-5940CDC7E60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DEAED7C-19A9-886D-A935-3D935E31C30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594785-EA2D-3820-6399-5906E59186C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1E7DE0-A8D7-5412-E915-5EDA90ED413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C0926DA-1E66-CA44-4863-7631E5102FE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F59151E-CF5C-C538-3CF3-8C2A205E670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F5FCCD-461F-540A-A612-3E7B4526359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3697978-7022-38C7-487D-544E8B4AE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24782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69309080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109566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51807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521416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6010361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3461067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4789602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25636363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3D2A1E66-E3CD-9478-017B-68631D40D6BF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616992-5BEC-3740-9C71-5826A50A7287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3482C8-726C-6FC9-AF43-C3ADF0BF8AE8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9B74A8-C068-D571-1F17-BA52E5E4FA7A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3092905-6A1A-A39C-E7C4-9971CD660A7F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7DB004-6863-9F2B-4A41-96D0CE5836D3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26DB0C-EBBC-E0E4-D6A3-133FD4E7334F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435917-585B-BBF4-9367-94D59D76BF3C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D2B3BAD-D2A8-72BB-8CFF-1E3403A3E7F2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B81B83-8CC5-E436-D3DF-8560580D2CB5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CFF71E-1892-8092-F3E8-6559E6BB9907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2BDFD3-928B-0DE8-5204-8122186F634C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5B215AA-FD2C-1289-DDDC-CCDA05ECDB27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350093-8060-C846-711A-37981F6DC82D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6DCA2B-D687-495B-E856-55A947B639D9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0F2800-86C9-622D-52CF-6B5CA337A3F3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1123600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4CF70D-E77E-B1BC-30E9-2C34B853A4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178F3-73D8-07A8-3E27-92D0D11BC44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036E7F6-2471-8E3D-28C1-2A29C7BF744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671D7D2-EE92-DC1F-1D38-14BFAA0556E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821429-C2C9-46C3-8B1C-4A1B47F4284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39B361-0E16-380F-DA16-D766686BB92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A0E1FD-2EBA-6AB8-9A58-E9A3B2CE94B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800C0E1-A993-E882-C92D-AB986FEA387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4C9159-FD70-7B53-5DFD-7372C4B52DE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D11120-0A1F-DF86-B089-1699E4C58BCD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DE5A94-4843-81A7-1A5C-31B83C474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C356AFB-3B1E-0609-698C-CFC42BD29D5F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B407EAA-F3D2-1A46-37B4-3CAC976B2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1F095BE-788F-CB5B-95A3-027B8D49B308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BDEB94-B0E0-A863-EC1A-5CE118B90145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1537CB-698C-200B-3BED-27A8026E98B5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E598E93-EB5D-8528-ECBE-CCE7102213F9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468311-7F93-EEA3-55F8-C7B96817B84E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10EEEF-40DB-05FB-564C-82772D06B464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E9E63AF-4168-74B4-C442-B45C7B4C68BA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400785-3603-BD76-BEC7-0281797ADDE9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799455-51EC-D4F8-C4F1-FF7D8518C71C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D8F1EA-9163-94B8-5087-48BE7E17003A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510032-8F65-CE41-EFE4-43C0026C2DAA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07233D-87C2-8565-B218-90C91CEC11A3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7230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46E815-6918-CA49-C935-975D983633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ED6C0-5933-4B14-9019-4575F73C67A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77E8240-9C0E-238F-5119-E430D08D4FE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E2AB102-6538-86B6-FE88-998E1D593CA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CDFEE9-CD6C-704F-EAEC-29AEE054439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B967BF-0BC0-6404-87DF-380B7D65502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5293B8-C5E4-E35D-A705-07E34D5BDE8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7F088BF-0237-7B6D-72B8-B286EB10DBC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5FD997-0C8D-3236-2342-9295F88DD9D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30B73F-FFA6-66BB-37B7-1A37633F96B6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300F8E5-1C28-C72C-C0B4-C5464C459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DA96C45-37C9-B8D0-0187-BC36F21B78F2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7E2A1D7-98E1-0E7F-CCF1-56EA1A410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6F6C4A-6F25-061D-FD55-71E0D326BFF6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8C87F8-2917-0133-7407-AAA8161D8416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FE9D21-39FC-172B-9217-E99F2729A0B9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0E9E09-94A3-C8E6-0336-25D681EB6321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3A5EB71-9BC1-D8B3-9A57-F417667C2594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0A4538-8B33-A864-C239-8CD844607F09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9015B8-FF15-C7D6-F586-CC3567B0D3F2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849F03-AED8-2E97-614E-0191C00882EF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415289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796FBD-6F57-8D20-FB64-B9C7305507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5956AB-A948-891B-9C8F-122ACCCC2BB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E3A2855-D793-40CC-4B13-08474E78744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466D3D0-49E9-4FA1-F25B-4EAF9583EB1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C3245E-7536-5D79-0894-A711894584C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777C18-D88E-BF35-7CF7-69DF31FB402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80B2465-BF04-74C9-DF71-BD53F092035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871C742-F46B-0196-1D46-1D2A6DD0830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4248CB-AE97-0C5E-B73E-356D399D650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76E2C51-AB02-C7C7-F36D-F40565899BBA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5EB3309-F928-63B3-09C0-3C7CEFE1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D267BF-F6D7-9505-FECF-8CA96E17F2FC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3A0A8CF-E13D-AC48-4E46-1C30BDECC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9A8BD427-D385-C999-F3B4-C36B6E449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75256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60119852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77524364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346807045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62501450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04569867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4026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910490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167130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7887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85266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892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80FFAF-F1E7-34DA-349A-EC3A459AC4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C2A2FB-CE9B-8250-11CE-312F58911C1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231D4A2-B11B-2542-03CE-25A91C80589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FC304F7-B776-119F-8174-AA9DD0E2D8E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FC4F0-4640-5A5A-1A7A-C540D9FFF9E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95152A-E013-C259-EB78-EF95B3AD81C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AF0BE70-2297-5D62-319C-6D29C9B80A1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5286289-BE47-A3E2-AEEE-F1267F6C3E2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A52731-24E1-A8A2-C7AC-F7AFE80A0A8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6D686A-9A94-23C5-F3E9-49016301F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77237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1263182646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344310958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924843175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231892461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61754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0117105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5607444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4772279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9708227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8602947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44998D1-553F-C28B-769C-2B1B5FF51718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D60B33-467A-ECF5-51D9-B946A07F570D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958429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8BF5C7-56BE-CF8A-AB0D-E16386CB38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8F20BB-41B5-FCDF-E60B-0642201A4AA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695F2EE-616D-2650-8744-F3C98DDC2C3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F78C491-3E04-73A8-841E-1485D544A68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F0E11C-CEA3-5EC8-383C-4468C76EC1C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4BA6D3-16AC-FFF7-65D1-B2284A523D2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0D32B39-91DD-3BA3-3258-D33A5401A5B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9D2B8CC-B2EC-1CA3-BF62-AEAB6806209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548098-EA59-7DE1-2332-EAAB444DF91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0FA6524-8290-C732-04A1-8FA138604A20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27B0F2-F796-D687-5CB8-97C847F35BB2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0B0107-D382-4795-8ED5-3F72BD5B3107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351961-35B6-D2B8-1C7F-7EA3EFBD40EE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9978362-5E97-A557-C775-8F8A6802BDD2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6183D9-E027-B2A8-1F81-529B8265A90A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31FD09-A2EF-CA18-3B85-202653AF82DC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19D330-F9B8-1869-6F37-6BFB525BF05E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3B7A7BC-0B21-D488-B48A-45CE558D44C9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8A842B-F2A7-2550-F0E3-FA51CAA6572B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D16D29-A8F1-C650-8C53-C19819772AD5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86F6EF-2436-1400-D523-7D6E82AB92F0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303FDF0-4D30-897E-3313-522CBC9C07BE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7E2DF68-C151-23DA-9142-7344E8F5EB77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9EF861-316C-9790-C8A2-08E521C3C696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1238700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D6B401-2557-7DEE-C41C-F9B27BA00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D65AF9-5052-30C4-94EB-130FC646C599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E03CC2-54E7-626B-362B-8D3C4B8D3718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1E0EE2-5D02-129E-147B-5818B206574C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3DEB38-C36A-8F1D-D66D-4A8A5649EA8A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22882FB-3F53-E127-FE9D-15CB8D9DC509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43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Microsoft Office PowerPoint</Application>
  <PresentationFormat>自定义</PresentationFormat>
  <Paragraphs>502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2026-06-16T19:50:03Z</dcterms:created>
  <dcterms:modified xsi:type="dcterms:W3CDTF">2026-06-16T19:50:28Z</dcterms:modified>
</cp:coreProperties>
</file>