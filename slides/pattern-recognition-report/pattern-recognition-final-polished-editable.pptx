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39706-7769-ECF6-81B1-DC78BA7ED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5AB98F-DC27-F0F0-F2DA-EE217B0F6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5F7BE-513C-6C9C-49DB-20DA73C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B47F2-32AD-867D-4A52-148D444F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F8A0D3-8102-FC6D-EB74-E983E77F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43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62DF6-4A36-D090-16AF-B935E545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19ADA-06FC-77BA-FB58-D9A37E063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46889F-8BA4-6FFE-EB56-7F7CE16C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2BDEB-D2C9-27C8-F251-F7EFAC25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A6955-183A-0545-CF2B-BB5512E9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82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E576-3DB2-59CF-1CED-0E071AAF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7930F8-5799-C8F4-E4DE-EA03B80C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53BB5-6F6C-CD7C-BC47-AFC4A4A7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8E9B0E-D26C-57A4-9661-9FF25185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852F1D-21A9-0982-E691-C7103BA7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97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E148C-82DD-8F14-28D3-8EFFC8D0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F2812-528D-D77F-E108-21EDEDC10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9257E8-6DAF-E995-B2C6-62BEEC1D5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C0594B-58F5-1232-02FC-6A4FDD1D0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80CC52-B8E6-A60B-785E-E1C5146B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D2F765-D2DA-8BB9-66E9-2398D546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BA19B-3A5D-5D41-B040-4FE842E58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67AEE-D199-7162-B56D-B69CD255D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483C2A-C8FE-DDD0-C180-693B6765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FB036D-34A4-314D-5F35-21F5B90C2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3C635F-7C56-D172-6E59-A4150D38B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756591-9F87-AEB3-F4CC-FE7DE76F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E5C6B8-00BD-FEAF-CDB4-360FEDA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62DEB3-5F20-261C-7D94-DF98F706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5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17F9B-8BDB-6087-BF82-0B609ACE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56FC33-EC23-1A12-6734-BBBA8E63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581AD1-A7B8-1880-DC79-43332419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89373F-A945-3BAB-690C-A59A926D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85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FEAD3A-7EF7-082D-8B19-FD8170EE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9F89EB-510C-7BDB-684A-99127F10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FBE8C-DDA6-8EA1-9639-F6F783FD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65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6C5E2-15EE-18F4-8231-7F4977FF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3148A-4EAE-D1E2-7DD4-181759061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7D117A-AD27-1667-E9EA-23034882B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91A932-C92E-7AA6-4DBB-156C2DC2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7953A9-1680-15A2-E8B5-0746B062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7BB484-3033-9D1D-3C8E-C45740D8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37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2534E-E835-19F7-DE0F-5912C6D0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9E8345-75CB-103B-8912-85A7E0E18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AE7839-F914-73AF-7100-75FB5AB44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80B4C2-7C67-47EA-4FFD-72E9FE86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3892D4-9B8D-8BC2-FB47-766AA2DD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2F9363-2E71-9E71-2F36-A4351242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15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CA83F-6D9A-B797-2E1C-20EF7DAC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577601-E3CD-4E7A-4CEB-F28678A26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E25A4-9F27-9316-5B6B-2C07902A5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369209-4862-ED88-6BA9-930086C5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6F2FC-4466-12F9-EACA-2C559F8B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35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BDC4EA-9C5D-50BC-BD4B-EB45504A6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546494-9D2E-4625-1DDE-46D57DAA4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4C0E0-C6CB-8DD0-5EAB-562784A8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CA1C8-40CC-81D4-371B-DAC3C8DD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379D24-BC9A-84FB-D553-D003826F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75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57D53D-06DC-6FF9-005B-97E7CA2F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F07C71-2A18-56FB-2848-83435F62E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2EC37-A4EC-39FB-47FC-097EBE2A5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86D1C-6250-4137-AE00-C71FCBDFE6A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A7F17A-2B34-6838-AE25-600CC7778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D8365-B633-94D9-F0D0-859A4D45B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C2F11-8856-4D66-8662-960B628F8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32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586F39-8012-135D-D5B7-29272D891E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A0356C-93FC-140F-42E1-82127D7901D5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3CCE7-99F6-EA53-F1AE-2E5A7CF477E0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1DF42B-B7C2-2750-8362-134621C9E342}"/>
              </a:ext>
            </a:extLst>
          </p:cNvPr>
          <p:cNvSpPr txBox="1"/>
          <p:nvPr/>
        </p:nvSpPr>
        <p:spPr>
          <a:xfrm>
            <a:off x="787400" y="1422400"/>
            <a:ext cx="406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14B8A6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800" b="1">
              <a:solidFill>
                <a:srgbClr val="14B8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FFBC77-8F3C-EA32-DFF6-6068E8EF7808}"/>
              </a:ext>
            </a:extLst>
          </p:cNvPr>
          <p:cNvSpPr txBox="1"/>
          <p:nvPr/>
        </p:nvSpPr>
        <p:spPr>
          <a:xfrm>
            <a:off x="787400" y="2006600"/>
            <a:ext cx="7620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DB0B11-336C-CD8F-4E86-2502B6D82F4D}"/>
              </a:ext>
            </a:extLst>
          </p:cNvPr>
          <p:cNvSpPr txBox="1"/>
          <p:nvPr/>
        </p:nvSpPr>
        <p:spPr>
          <a:xfrm>
            <a:off x="838200" y="29210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EB5BB7-C3B2-DC1E-8F88-A935B50FA43E}"/>
              </a:ext>
            </a:extLst>
          </p:cNvPr>
          <p:cNvSpPr/>
          <p:nvPr/>
        </p:nvSpPr>
        <p:spPr>
          <a:xfrm>
            <a:off x="863600" y="4165600"/>
            <a:ext cx="2540000" cy="698500"/>
          </a:xfrm>
          <a:prstGeom prst="round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2D0E46-7E4A-DAF1-AD10-812107F316ED}"/>
              </a:ext>
            </a:extLst>
          </p:cNvPr>
          <p:cNvSpPr/>
          <p:nvPr/>
        </p:nvSpPr>
        <p:spPr>
          <a:xfrm>
            <a:off x="863600" y="4165600"/>
            <a:ext cx="76200" cy="6985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43E07C-572F-6291-E369-084BA331BE24}"/>
              </a:ext>
            </a:extLst>
          </p:cNvPr>
          <p:cNvSpPr txBox="1"/>
          <p:nvPr/>
        </p:nvSpPr>
        <p:spPr>
          <a:xfrm>
            <a:off x="10668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CBD5E1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6FE6BF-322D-F347-DB7F-A560BAA7B9A9}"/>
              </a:ext>
            </a:extLst>
          </p:cNvPr>
          <p:cNvSpPr txBox="1"/>
          <p:nvPr/>
        </p:nvSpPr>
        <p:spPr>
          <a:xfrm>
            <a:off x="10668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E2E8F0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CBA582E-8F73-E31E-93A5-8A68538E826C}"/>
              </a:ext>
            </a:extLst>
          </p:cNvPr>
          <p:cNvSpPr/>
          <p:nvPr/>
        </p:nvSpPr>
        <p:spPr>
          <a:xfrm>
            <a:off x="3873500" y="4165600"/>
            <a:ext cx="2540000" cy="698500"/>
          </a:xfrm>
          <a:prstGeom prst="round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6017AB-0BC9-6879-DA7E-EE942866C946}"/>
              </a:ext>
            </a:extLst>
          </p:cNvPr>
          <p:cNvSpPr/>
          <p:nvPr/>
        </p:nvSpPr>
        <p:spPr>
          <a:xfrm>
            <a:off x="3873500" y="4165600"/>
            <a:ext cx="76200" cy="698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CF5AE5-7CDF-3CCA-5D63-860DF60DB787}"/>
              </a:ext>
            </a:extLst>
          </p:cNvPr>
          <p:cNvSpPr txBox="1"/>
          <p:nvPr/>
        </p:nvSpPr>
        <p:spPr>
          <a:xfrm>
            <a:off x="40767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CBD5E1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53C912-C704-4094-DB20-2B644AA5A95C}"/>
              </a:ext>
            </a:extLst>
          </p:cNvPr>
          <p:cNvSpPr txBox="1"/>
          <p:nvPr/>
        </p:nvSpPr>
        <p:spPr>
          <a:xfrm>
            <a:off x="40767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E2E8F0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C780DBB-035E-7741-D935-533359DE39A3}"/>
              </a:ext>
            </a:extLst>
          </p:cNvPr>
          <p:cNvSpPr/>
          <p:nvPr/>
        </p:nvSpPr>
        <p:spPr>
          <a:xfrm>
            <a:off x="6883400" y="4165600"/>
            <a:ext cx="2540000" cy="698500"/>
          </a:xfrm>
          <a:prstGeom prst="round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EB5D8F-B2E1-4F24-ECFB-B0A2E523CC7E}"/>
              </a:ext>
            </a:extLst>
          </p:cNvPr>
          <p:cNvSpPr/>
          <p:nvPr/>
        </p:nvSpPr>
        <p:spPr>
          <a:xfrm>
            <a:off x="6883400" y="4165600"/>
            <a:ext cx="76200" cy="698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44902D-A971-3528-CF95-47A400ED99A5}"/>
              </a:ext>
            </a:extLst>
          </p:cNvPr>
          <p:cNvSpPr txBox="1"/>
          <p:nvPr/>
        </p:nvSpPr>
        <p:spPr>
          <a:xfrm>
            <a:off x="70866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CBD5E1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717EA6-5B52-27F6-6E23-6E44365ADB0D}"/>
              </a:ext>
            </a:extLst>
          </p:cNvPr>
          <p:cNvSpPr txBox="1"/>
          <p:nvPr/>
        </p:nvSpPr>
        <p:spPr>
          <a:xfrm>
            <a:off x="70866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E2E8F0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2826696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AC4336-F707-E90B-8BDF-AEADB319C7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6D60F-399A-000C-AE8A-3D7CCD568CF3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5F91FA-EAAE-F81E-8D3A-7414C65ED5B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5DF370-0696-7407-0446-B4F2893FFB6A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5BB032-F945-DB53-9CB3-0286872ABD68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3AD4EE2-1E16-00CD-A57C-98D11ADAD4BA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C56F3EF-60F9-7493-8454-FB439AB1C6F1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670425-4F4E-4DFD-97A4-22C396485D86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9EB012-3B8D-CE05-986A-09F5D1E4B181}"/>
              </a:ext>
            </a:extLst>
          </p:cNvPr>
          <p:cNvSpPr/>
          <p:nvPr/>
        </p:nvSpPr>
        <p:spPr>
          <a:xfrm>
            <a:off x="7112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E51D5F-601A-CC85-F44B-8A07B45D8894}"/>
              </a:ext>
            </a:extLst>
          </p:cNvPr>
          <p:cNvSpPr/>
          <p:nvPr/>
        </p:nvSpPr>
        <p:spPr>
          <a:xfrm>
            <a:off x="711200" y="1498600"/>
            <a:ext cx="76200" cy="1092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E75C09-515C-CF00-79BE-2CC6F76F355B}"/>
              </a:ext>
            </a:extLst>
          </p:cNvPr>
          <p:cNvSpPr txBox="1"/>
          <p:nvPr/>
        </p:nvSpPr>
        <p:spPr>
          <a:xfrm>
            <a:off x="9017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212065-6128-E2D1-758A-F862F5584F7C}"/>
              </a:ext>
            </a:extLst>
          </p:cNvPr>
          <p:cNvSpPr txBox="1"/>
          <p:nvPr/>
        </p:nvSpPr>
        <p:spPr>
          <a:xfrm>
            <a:off x="9017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335A33D-D17E-10E6-2C77-8607DABBB95A}"/>
              </a:ext>
            </a:extLst>
          </p:cNvPr>
          <p:cNvSpPr/>
          <p:nvPr/>
        </p:nvSpPr>
        <p:spPr>
          <a:xfrm>
            <a:off x="29718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49C94A-3EB6-D786-312C-CA9D5B962B01}"/>
              </a:ext>
            </a:extLst>
          </p:cNvPr>
          <p:cNvSpPr/>
          <p:nvPr/>
        </p:nvSpPr>
        <p:spPr>
          <a:xfrm>
            <a:off x="2971800" y="1498600"/>
            <a:ext cx="76200" cy="10922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0279FC-2147-BE3B-0431-CD99800A1686}"/>
              </a:ext>
            </a:extLst>
          </p:cNvPr>
          <p:cNvSpPr txBox="1"/>
          <p:nvPr/>
        </p:nvSpPr>
        <p:spPr>
          <a:xfrm>
            <a:off x="31623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FB81F3-21CD-CC1E-4927-E47441286141}"/>
              </a:ext>
            </a:extLst>
          </p:cNvPr>
          <p:cNvSpPr txBox="1"/>
          <p:nvPr/>
        </p:nvSpPr>
        <p:spPr>
          <a:xfrm>
            <a:off x="31623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D10A9A2-0AF8-3FD8-7896-83F529420872}"/>
              </a:ext>
            </a:extLst>
          </p:cNvPr>
          <p:cNvSpPr/>
          <p:nvPr/>
        </p:nvSpPr>
        <p:spPr>
          <a:xfrm>
            <a:off x="52324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B66153-E9FA-98AC-8478-888D5965EDC5}"/>
              </a:ext>
            </a:extLst>
          </p:cNvPr>
          <p:cNvSpPr/>
          <p:nvPr/>
        </p:nvSpPr>
        <p:spPr>
          <a:xfrm>
            <a:off x="5232400" y="1498600"/>
            <a:ext cx="76200" cy="1092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D8CDC2-B678-A1BF-57C7-A1B781B99AEA}"/>
              </a:ext>
            </a:extLst>
          </p:cNvPr>
          <p:cNvSpPr txBox="1"/>
          <p:nvPr/>
        </p:nvSpPr>
        <p:spPr>
          <a:xfrm>
            <a:off x="54229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28157C-8CA9-B67C-FFA0-AFE699E0CDA3}"/>
              </a:ext>
            </a:extLst>
          </p:cNvPr>
          <p:cNvSpPr txBox="1"/>
          <p:nvPr/>
        </p:nvSpPr>
        <p:spPr>
          <a:xfrm>
            <a:off x="54229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AE52437-4BE3-1C91-4DEA-91EE074B02E1}"/>
              </a:ext>
            </a:extLst>
          </p:cNvPr>
          <p:cNvSpPr/>
          <p:nvPr/>
        </p:nvSpPr>
        <p:spPr>
          <a:xfrm>
            <a:off x="74930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4FB4123-4750-0F7B-0687-298CB7D551E4}"/>
              </a:ext>
            </a:extLst>
          </p:cNvPr>
          <p:cNvSpPr/>
          <p:nvPr/>
        </p:nvSpPr>
        <p:spPr>
          <a:xfrm>
            <a:off x="7493000" y="1498600"/>
            <a:ext cx="76200" cy="10922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4B1DD27-0C15-57EF-DF23-CC74CD658051}"/>
              </a:ext>
            </a:extLst>
          </p:cNvPr>
          <p:cNvSpPr txBox="1"/>
          <p:nvPr/>
        </p:nvSpPr>
        <p:spPr>
          <a:xfrm>
            <a:off x="76835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DE425B4-A5E3-8E94-50A5-5FD24632E94B}"/>
              </a:ext>
            </a:extLst>
          </p:cNvPr>
          <p:cNvSpPr txBox="1"/>
          <p:nvPr/>
        </p:nvSpPr>
        <p:spPr>
          <a:xfrm>
            <a:off x="76835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ADE3CCE-EF52-9EBC-6CB9-1D8A95C5D245}"/>
              </a:ext>
            </a:extLst>
          </p:cNvPr>
          <p:cNvSpPr/>
          <p:nvPr/>
        </p:nvSpPr>
        <p:spPr>
          <a:xfrm>
            <a:off x="97536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53B57B-B3A1-8590-0BC7-27CBF77A82A3}"/>
              </a:ext>
            </a:extLst>
          </p:cNvPr>
          <p:cNvSpPr/>
          <p:nvPr/>
        </p:nvSpPr>
        <p:spPr>
          <a:xfrm>
            <a:off x="9753600" y="1498600"/>
            <a:ext cx="76200" cy="10922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25D723-7E8C-BB88-8CD9-33A8E7213464}"/>
              </a:ext>
            </a:extLst>
          </p:cNvPr>
          <p:cNvSpPr txBox="1"/>
          <p:nvPr/>
        </p:nvSpPr>
        <p:spPr>
          <a:xfrm>
            <a:off x="9944100" y="1625600"/>
            <a:ext cx="153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F863F03-686E-E00C-2EB2-22A6C9653284}"/>
              </a:ext>
            </a:extLst>
          </p:cNvPr>
          <p:cNvSpPr txBox="1"/>
          <p:nvPr/>
        </p:nvSpPr>
        <p:spPr>
          <a:xfrm>
            <a:off x="9944100" y="1943100"/>
            <a:ext cx="153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E6669C8-26FC-9FEA-66F9-551428107CB4}"/>
              </a:ext>
            </a:extLst>
          </p:cNvPr>
          <p:cNvSpPr/>
          <p:nvPr/>
        </p:nvSpPr>
        <p:spPr>
          <a:xfrm>
            <a:off x="9652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07A735C-6E1F-85C9-93FE-B176E93B5E7A}"/>
              </a:ext>
            </a:extLst>
          </p:cNvPr>
          <p:cNvSpPr/>
          <p:nvPr/>
        </p:nvSpPr>
        <p:spPr>
          <a:xfrm>
            <a:off x="965200" y="3810000"/>
            <a:ext cx="76200" cy="9906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55FBE60-5EA1-D7BC-9770-5925212260A7}"/>
              </a:ext>
            </a:extLst>
          </p:cNvPr>
          <p:cNvSpPr txBox="1"/>
          <p:nvPr/>
        </p:nvSpPr>
        <p:spPr>
          <a:xfrm>
            <a:off x="11557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B1C8CF-80C5-6E7B-B239-6E0B0545BA92}"/>
              </a:ext>
            </a:extLst>
          </p:cNvPr>
          <p:cNvSpPr txBox="1"/>
          <p:nvPr/>
        </p:nvSpPr>
        <p:spPr>
          <a:xfrm>
            <a:off x="11557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E59EA9F-4636-F27C-FD4C-90F4639D92F8}"/>
              </a:ext>
            </a:extLst>
          </p:cNvPr>
          <p:cNvSpPr/>
          <p:nvPr/>
        </p:nvSpPr>
        <p:spPr>
          <a:xfrm>
            <a:off x="35306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84E145-3F01-EBFF-C297-28C564898996}"/>
              </a:ext>
            </a:extLst>
          </p:cNvPr>
          <p:cNvSpPr/>
          <p:nvPr/>
        </p:nvSpPr>
        <p:spPr>
          <a:xfrm>
            <a:off x="3530600" y="3810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EA2FB02-92A4-CEE5-5D75-A883AC3B9A6F}"/>
              </a:ext>
            </a:extLst>
          </p:cNvPr>
          <p:cNvSpPr txBox="1"/>
          <p:nvPr/>
        </p:nvSpPr>
        <p:spPr>
          <a:xfrm>
            <a:off x="37211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5D5BEDE-5FEC-C6DF-308C-D5D94D4628A6}"/>
              </a:ext>
            </a:extLst>
          </p:cNvPr>
          <p:cNvSpPr txBox="1"/>
          <p:nvPr/>
        </p:nvSpPr>
        <p:spPr>
          <a:xfrm>
            <a:off x="37211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B115DDA-9E55-674F-A6BD-7D80B9D18DF5}"/>
              </a:ext>
            </a:extLst>
          </p:cNvPr>
          <p:cNvSpPr/>
          <p:nvPr/>
        </p:nvSpPr>
        <p:spPr>
          <a:xfrm>
            <a:off x="60960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03F66-CE2E-3502-09FF-C2DDCF9468F1}"/>
              </a:ext>
            </a:extLst>
          </p:cNvPr>
          <p:cNvSpPr/>
          <p:nvPr/>
        </p:nvSpPr>
        <p:spPr>
          <a:xfrm>
            <a:off x="6096000" y="3810000"/>
            <a:ext cx="76200" cy="990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391638B-6D86-EA90-8C53-C0A0E20C40F2}"/>
              </a:ext>
            </a:extLst>
          </p:cNvPr>
          <p:cNvSpPr txBox="1"/>
          <p:nvPr/>
        </p:nvSpPr>
        <p:spPr>
          <a:xfrm>
            <a:off x="62865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97BDF5A-2813-84A4-E6F4-21B7DB7A1A10}"/>
              </a:ext>
            </a:extLst>
          </p:cNvPr>
          <p:cNvSpPr txBox="1"/>
          <p:nvPr/>
        </p:nvSpPr>
        <p:spPr>
          <a:xfrm>
            <a:off x="62865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9EF4DF0-6E1E-5F70-D91F-147F75E7BA3C}"/>
              </a:ext>
            </a:extLst>
          </p:cNvPr>
          <p:cNvSpPr/>
          <p:nvPr/>
        </p:nvSpPr>
        <p:spPr>
          <a:xfrm>
            <a:off x="86614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31C4F0B-4114-2FB8-DDEB-7E2721177CF6}"/>
              </a:ext>
            </a:extLst>
          </p:cNvPr>
          <p:cNvSpPr/>
          <p:nvPr/>
        </p:nvSpPr>
        <p:spPr>
          <a:xfrm>
            <a:off x="8661400" y="3810000"/>
            <a:ext cx="76200" cy="9906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8FA187-F852-107A-9281-E00A9C966509}"/>
              </a:ext>
            </a:extLst>
          </p:cNvPr>
          <p:cNvSpPr txBox="1"/>
          <p:nvPr/>
        </p:nvSpPr>
        <p:spPr>
          <a:xfrm>
            <a:off x="8851900" y="3937000"/>
            <a:ext cx="1854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A74F1E-A727-1285-6BAC-552650D644DF}"/>
              </a:ext>
            </a:extLst>
          </p:cNvPr>
          <p:cNvSpPr txBox="1"/>
          <p:nvPr/>
        </p:nvSpPr>
        <p:spPr>
          <a:xfrm>
            <a:off x="8851900" y="4254500"/>
            <a:ext cx="185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411381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4134D3-DA03-604E-60C1-17550C2869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A07CC1-14B6-E34B-7C46-92B40E577919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C2E5E5-0AB7-76C6-7D30-51C8758E0920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507655-B626-2DA7-31FC-6906A0D57161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1FF551-D09A-2C44-FD13-BB11443D535D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6CA9712-88A6-341C-9021-69085F54B3B1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56FC53D-7F71-4222-43DA-B9F4BD001680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898AF3-F17A-D009-5E15-259DD6B7CE9A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8C72334-995B-896A-6A80-4C50C1CE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431845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1009511396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08093170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1715522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46049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324159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8235671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1413121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935543E-7A93-CB27-508A-79A724059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628823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26019322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83818901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18908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7056775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871648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3320255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628594549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C86006A-02FF-0328-3372-BD8944CDE392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3E8C56-91DA-4D36-4BA4-97D301CCD061}"/>
              </a:ext>
            </a:extLst>
          </p:cNvPr>
          <p:cNvSpPr txBox="1"/>
          <p:nvPr/>
        </p:nvSpPr>
        <p:spPr>
          <a:xfrm>
            <a:off x="114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766E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0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EDAC61-0E25-00AA-68A8-6880C6EF093A}"/>
              </a:ext>
            </a:extLst>
          </p:cNvPr>
          <p:cNvSpPr txBox="1"/>
          <p:nvPr/>
        </p:nvSpPr>
        <p:spPr>
          <a:xfrm>
            <a:off x="114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B817BE-8DF9-E722-2577-CCD27E6C8F01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B1013-A700-995A-6683-D5F3F229CBEB}"/>
              </a:ext>
            </a:extLst>
          </p:cNvPr>
          <p:cNvSpPr txBox="1"/>
          <p:nvPr/>
        </p:nvSpPr>
        <p:spPr>
          <a:xfrm>
            <a:off x="368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D4ED8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0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078A94-F37F-9AAC-945B-71DD39E30635}"/>
              </a:ext>
            </a:extLst>
          </p:cNvPr>
          <p:cNvSpPr txBox="1"/>
          <p:nvPr/>
        </p:nvSpPr>
        <p:spPr>
          <a:xfrm>
            <a:off x="368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408C0DD-636E-7EFB-9080-DA51F9A8A7B3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9495B05-7134-0883-08B7-F42C2A7F2A7F}"/>
              </a:ext>
            </a:extLst>
          </p:cNvPr>
          <p:cNvSpPr txBox="1"/>
          <p:nvPr/>
        </p:nvSpPr>
        <p:spPr>
          <a:xfrm>
            <a:off x="622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59E0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0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0278D7-13CD-EA0D-A1C4-4EE945F529DE}"/>
              </a:ext>
            </a:extLst>
          </p:cNvPr>
          <p:cNvSpPr txBox="1"/>
          <p:nvPr/>
        </p:nvSpPr>
        <p:spPr>
          <a:xfrm>
            <a:off x="622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7CFCACC-88C9-B6AB-E7A7-715171EFD4E4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F315D3-3668-2D73-E8C1-9B1C7337B6AA}"/>
              </a:ext>
            </a:extLst>
          </p:cNvPr>
          <p:cNvSpPr txBox="1"/>
          <p:nvPr/>
        </p:nvSpPr>
        <p:spPr>
          <a:xfrm>
            <a:off x="8763000" y="4597400"/>
            <a:ext cx="1752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EA580C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000" b="1">
                <a:solidFill>
                  <a:srgbClr val="EA580C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000" b="1">
                <a:solidFill>
                  <a:srgbClr val="EA580C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1B638C-AA1D-1E49-A395-18649A5958A6}"/>
              </a:ext>
            </a:extLst>
          </p:cNvPr>
          <p:cNvSpPr txBox="1"/>
          <p:nvPr/>
        </p:nvSpPr>
        <p:spPr>
          <a:xfrm>
            <a:off x="8763000" y="50419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26077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817E0D-1DCD-4325-A28C-10C060C06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50DE54-E47E-B92B-2A4F-06B770C10A91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3DC6BD-B627-7962-29C1-F317D5201B28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352001-F6ED-0EF3-9767-8145C197E9ED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F424E3-D48B-C91A-50CF-C27AA4A3A838}"/>
              </a:ext>
            </a:extLst>
          </p:cNvPr>
          <p:cNvSpPr txBox="1"/>
          <p:nvPr/>
        </p:nvSpPr>
        <p:spPr>
          <a:xfrm>
            <a:off x="736600" y="1905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4216C9-6546-A38E-C402-108CD3B5C607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D77157A-A688-920B-A3C2-643D13C30742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8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EE3AC4-F781-8570-4A5D-72A670CC52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E6AC26-5F85-FFC2-3865-226A86AC66E0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BEC86B-BE22-4B1D-C16D-1BDCFB94E429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6EDA60-4A46-CFCC-B9FD-77D450F92106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616D4-C4CF-7233-4294-615445BC47D5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83515D5-BB02-AB1E-B7F6-CC2107A8CBA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E63E8E6-A35C-6182-8717-1E91C54538BE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390307-8E28-AAC8-74AE-8976D6BA74AB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DDA9C0E-C5FD-D881-F940-139BC3D1C246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262724-4B1D-CEF0-D8A9-EDD713DA3D76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F47B01-21D8-138F-0010-416E9FF4728E}"/>
              </a:ext>
            </a:extLst>
          </p:cNvPr>
          <p:cNvSpPr txBox="1"/>
          <p:nvPr/>
        </p:nvSpPr>
        <p:spPr>
          <a:xfrm>
            <a:off x="9271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076F07-EBC7-39C9-AE0A-CF8617BD4CCF}"/>
              </a:ext>
            </a:extLst>
          </p:cNvPr>
          <p:cNvSpPr txBox="1"/>
          <p:nvPr/>
        </p:nvSpPr>
        <p:spPr>
          <a:xfrm>
            <a:off x="9271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P(ωi|x)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最大的类别，本质是把观测特征映射到类别后验。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59F34B5-A048-5A93-5E5C-3EB2DBA189A5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7353D2-2E03-8C00-D28E-77E27773E4D7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8322D3-157C-C236-2FAF-DD5D43BFA56C}"/>
              </a:ext>
            </a:extLst>
          </p:cNvPr>
          <p:cNvSpPr txBox="1"/>
          <p:nvPr/>
        </p:nvSpPr>
        <p:spPr>
          <a:xfrm>
            <a:off x="46355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1EB559-6416-97E6-04E7-2CFDF2125696}"/>
              </a:ext>
            </a:extLst>
          </p:cNvPr>
          <p:cNvSpPr txBox="1"/>
          <p:nvPr/>
        </p:nvSpPr>
        <p:spPr>
          <a:xfrm>
            <a:off x="46355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E34083F-E382-AD6E-AC13-D2E009446545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C4A18C-C8F0-B9D5-ECA5-413F1DE10EB4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E53D57-7E05-5D64-6BD1-346C3AB93803}"/>
              </a:ext>
            </a:extLst>
          </p:cNvPr>
          <p:cNvSpPr txBox="1"/>
          <p:nvPr/>
        </p:nvSpPr>
        <p:spPr>
          <a:xfrm>
            <a:off x="8343900" y="14986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227E31-F899-E1BE-D2D0-AD288FEF25B2}"/>
              </a:ext>
            </a:extLst>
          </p:cNvPr>
          <p:cNvSpPr txBox="1"/>
          <p:nvPr/>
        </p:nvSpPr>
        <p:spPr>
          <a:xfrm>
            <a:off x="8343900" y="18161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9CD00E3-863F-A1C5-5678-98276CD5C0E7}"/>
              </a:ext>
            </a:extLst>
          </p:cNvPr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C47D96-AA01-B2CF-3950-79967FD7AF90}"/>
              </a:ext>
            </a:extLst>
          </p:cNvPr>
          <p:cNvSpPr txBox="1"/>
          <p:nvPr/>
        </p:nvSpPr>
        <p:spPr>
          <a:xfrm>
            <a:off x="1270000" y="3632200"/>
            <a:ext cx="965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nn-NO" altLang="zh-CN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g_i(x) = -1/2 ln|Σ_i| - 1/2(x-μ_i)^TΣ_i^{-1}(x-μ_i) + ln P(ω_i)</a:t>
            </a:r>
            <a:endParaRPr lang="zh-CN" altLang="en-US" sz="16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5C47E2-6BC9-6381-22F6-1F1ECA4063A8}"/>
              </a:ext>
            </a:extLst>
          </p:cNvPr>
          <p:cNvSpPr txBox="1"/>
          <p:nvPr/>
        </p:nvSpPr>
        <p:spPr>
          <a:xfrm>
            <a:off x="1016000" y="4851400"/>
            <a:ext cx="9906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2374802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10AF7F-F77A-BB7C-B79D-66394CEC93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B9661B-09D8-592A-9712-3B77A7CB7D3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75DAD9-C82B-9F63-DE94-38B735A2D245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66CD14-F9B1-582C-33EE-A7E081859E7F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32A96D-E0DF-5E78-2C49-5D2D55338C75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F136AD3-E7A2-4893-04DC-2C603CE41606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F4AF4AE-FFF5-D177-067E-676C86FC3614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5DF165-7024-744A-D26E-1DDAA3A40CE2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8B42A07-DCB5-9B5D-68E1-EAE9ED8218D8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5921F1-50DE-A795-1B64-7B29C01D456F}"/>
              </a:ext>
            </a:extLst>
          </p:cNvPr>
          <p:cNvSpPr txBox="1"/>
          <p:nvPr/>
        </p:nvSpPr>
        <p:spPr>
          <a:xfrm>
            <a:off x="901700" y="1587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9F466F-BF1D-38DA-08E3-071527473EA8}"/>
              </a:ext>
            </a:extLst>
          </p:cNvPr>
          <p:cNvSpPr txBox="1"/>
          <p:nvPr/>
        </p:nvSpPr>
        <p:spPr>
          <a:xfrm>
            <a:off x="1422400" y="1485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CB8E7E-0B73-8896-CC8A-692E3183934D}"/>
              </a:ext>
            </a:extLst>
          </p:cNvPr>
          <p:cNvSpPr txBox="1"/>
          <p:nvPr/>
        </p:nvSpPr>
        <p:spPr>
          <a:xfrm>
            <a:off x="1422400" y="1752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2FB4CB-0BA8-05CA-650B-5D3734870AF3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45785C-DEB8-74E9-216F-7B15F7404A50}"/>
              </a:ext>
            </a:extLst>
          </p:cNvPr>
          <p:cNvSpPr txBox="1"/>
          <p:nvPr/>
        </p:nvSpPr>
        <p:spPr>
          <a:xfrm>
            <a:off x="901700" y="2603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346BC5-BA81-66EF-0B88-31ABEFC49DCB}"/>
              </a:ext>
            </a:extLst>
          </p:cNvPr>
          <p:cNvSpPr txBox="1"/>
          <p:nvPr/>
        </p:nvSpPr>
        <p:spPr>
          <a:xfrm>
            <a:off x="1422400" y="2501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99D59C-B7D6-1471-BBA7-CB73A33760FC}"/>
              </a:ext>
            </a:extLst>
          </p:cNvPr>
          <p:cNvSpPr txBox="1"/>
          <p:nvPr/>
        </p:nvSpPr>
        <p:spPr>
          <a:xfrm>
            <a:off x="1422400" y="2768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EE43BD9-5659-FEB5-1E00-838587CC2E38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4E3E9DD-8152-F638-71A2-74B2E3292902}"/>
              </a:ext>
            </a:extLst>
          </p:cNvPr>
          <p:cNvSpPr txBox="1"/>
          <p:nvPr/>
        </p:nvSpPr>
        <p:spPr>
          <a:xfrm>
            <a:off x="901700" y="3619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6C925E-C212-474E-4CD6-D58FA1BB4BBD}"/>
              </a:ext>
            </a:extLst>
          </p:cNvPr>
          <p:cNvSpPr txBox="1"/>
          <p:nvPr/>
        </p:nvSpPr>
        <p:spPr>
          <a:xfrm>
            <a:off x="1422400" y="3517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5A46CA-CBA8-75CD-3547-1EDF2BCD4695}"/>
              </a:ext>
            </a:extLst>
          </p:cNvPr>
          <p:cNvSpPr txBox="1"/>
          <p:nvPr/>
        </p:nvSpPr>
        <p:spPr>
          <a:xfrm>
            <a:off x="1422400" y="3784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8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33A5152-AFC6-C508-4837-F8F61DD9413E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6C3DD4-A8FB-5620-81C7-B64FC8A88760}"/>
              </a:ext>
            </a:extLst>
          </p:cNvPr>
          <p:cNvSpPr txBox="1"/>
          <p:nvPr/>
        </p:nvSpPr>
        <p:spPr>
          <a:xfrm>
            <a:off x="901700" y="4635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D2C2DF-1D13-F210-C518-0E52DF3DCC97}"/>
              </a:ext>
            </a:extLst>
          </p:cNvPr>
          <p:cNvSpPr txBox="1"/>
          <p:nvPr/>
        </p:nvSpPr>
        <p:spPr>
          <a:xfrm>
            <a:off x="1422400" y="45339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DD71A-DEF2-17EA-3545-7B745153687E}"/>
              </a:ext>
            </a:extLst>
          </p:cNvPr>
          <p:cNvSpPr txBox="1"/>
          <p:nvPr/>
        </p:nvSpPr>
        <p:spPr>
          <a:xfrm>
            <a:off x="1422400" y="48006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C181A39D-6171-41A1-D7BE-EF778398F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269459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80603527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6031501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19419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88736163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29046929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506676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25030618"/>
                  </a:ext>
                </a:extLst>
              </a:tr>
            </a:tbl>
          </a:graphicData>
        </a:graphic>
      </p:graphicFrame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E37CB93-2D68-4605-1F45-EE781ACC6749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AFE764-3A9A-4ACC-19A3-56E16C098D1A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1F81833-AB38-CE8C-DEE8-17CD2E85FE8E}"/>
              </a:ext>
            </a:extLst>
          </p:cNvPr>
          <p:cNvSpPr txBox="1"/>
          <p:nvPr/>
        </p:nvSpPr>
        <p:spPr>
          <a:xfrm>
            <a:off x="6388100" y="46482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EAFB1A-1F7B-D614-9FD5-1252392A3570}"/>
              </a:ext>
            </a:extLst>
          </p:cNvPr>
          <p:cNvSpPr txBox="1"/>
          <p:nvPr/>
        </p:nvSpPr>
        <p:spPr>
          <a:xfrm>
            <a:off x="6388100" y="49657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186652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B67D8D-1F93-96B2-417B-6F7E1E6ADE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DE6BD7-4171-21BB-A057-C38C0576440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BC49C7-28F6-2B98-83C0-9785CDA8039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1D1CC9-3456-7619-8560-D79C1093C03F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A97D4C-2020-954A-1325-0F7251AC61BE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4CABFD-6476-07C0-3C1C-20AD8E86F0E5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5035157-929F-B3C1-8788-6BBDABBEFA29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D47431-691A-643A-67B3-3EE1D0A0F227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B916D1C-777F-C76D-CCEE-EDE425503DCF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1074D16-EBCF-C108-4FE8-7B7D93BF1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9CB5AD5-C862-757D-5FB2-FB20C7BC6BC2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3EC2680-248C-8C11-BA71-1078E3B17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A372F98-15EE-D475-522B-27758E0F2B87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5BF9F6-23CB-4AF0-AFAC-118063D7A2BC}"/>
              </a:ext>
            </a:extLst>
          </p:cNvPr>
          <p:cNvSpPr txBox="1"/>
          <p:nvPr/>
        </p:nvSpPr>
        <p:spPr>
          <a:xfrm>
            <a:off x="1168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766E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0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12CCCB-7800-A667-BCE9-B56BFF4E9D22}"/>
              </a:ext>
            </a:extLst>
          </p:cNvPr>
          <p:cNvSpPr txBox="1"/>
          <p:nvPr/>
        </p:nvSpPr>
        <p:spPr>
          <a:xfrm>
            <a:off x="1168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8F03D12-461F-D657-CD29-399617F3F0FF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B05EC0-A985-CD8F-D87D-CBA22D547163}"/>
              </a:ext>
            </a:extLst>
          </p:cNvPr>
          <p:cNvSpPr txBox="1"/>
          <p:nvPr/>
        </p:nvSpPr>
        <p:spPr>
          <a:xfrm>
            <a:off x="3454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D4ED8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0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66BDF9-F19D-944F-C7B3-531DAE4A5001}"/>
              </a:ext>
            </a:extLst>
          </p:cNvPr>
          <p:cNvSpPr txBox="1"/>
          <p:nvPr/>
        </p:nvSpPr>
        <p:spPr>
          <a:xfrm>
            <a:off x="3454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355DDA8-AEB8-B555-8FE2-C97B0DCE3B5D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C76CB-26CE-B4AB-4478-1B6BB1D3F15A}"/>
              </a:ext>
            </a:extLst>
          </p:cNvPr>
          <p:cNvSpPr txBox="1"/>
          <p:nvPr/>
        </p:nvSpPr>
        <p:spPr>
          <a:xfrm>
            <a:off x="5740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59E0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0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66015A9-AEC7-1C6A-9ECA-DB67AA12E6A1}"/>
              </a:ext>
            </a:extLst>
          </p:cNvPr>
          <p:cNvSpPr txBox="1"/>
          <p:nvPr/>
        </p:nvSpPr>
        <p:spPr>
          <a:xfrm>
            <a:off x="5740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EBB3DCB-07E2-8BB7-8B7E-6477E49D7B4A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6D9125-80E2-AC0F-A1F8-DA810324A357}"/>
              </a:ext>
            </a:extLst>
          </p:cNvPr>
          <p:cNvSpPr txBox="1"/>
          <p:nvPr/>
        </p:nvSpPr>
        <p:spPr>
          <a:xfrm>
            <a:off x="8026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EA580C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000" b="1">
              <a:solidFill>
                <a:srgbClr val="EA580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A5140E-10D7-98A8-79B1-3A41028CC72A}"/>
              </a:ext>
            </a:extLst>
          </p:cNvPr>
          <p:cNvSpPr txBox="1"/>
          <p:nvPr/>
        </p:nvSpPr>
        <p:spPr>
          <a:xfrm>
            <a:off x="8026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7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BBC128-FD4F-613C-46B6-A561428490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D1E70A-1EE2-AE7A-955D-9BB07B328747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662856-89B9-BAA3-367F-064587F2FD8D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4B2A95-568E-6A9D-242D-43282426AF0B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BD1325-3B0F-1859-CFBA-7F04DAF469CE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6300E7A-E6DF-C618-4565-0587BF75ABD5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835D5C5-DDF8-86CF-7F7A-A729F11C715C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3CF3FE-B625-B675-69E7-E51F117DE05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F1451F4-36F4-3DFA-9C58-51A915B33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532303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62778596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05923314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35100121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309564728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72759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30874949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0878891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20056361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9271207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30161600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6C4EE2-E6F2-1357-3CA8-D046A9A45712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5DF21E7-1EC0-9F1B-5A06-3E91204CF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D1BF9FB-E72B-E2C4-61A0-3D9F39B47F7B}"/>
              </a:ext>
            </a:extLst>
          </p:cNvPr>
          <p:cNvSpPr txBox="1"/>
          <p:nvPr/>
        </p:nvSpPr>
        <p:spPr>
          <a:xfrm>
            <a:off x="914400" y="4445000"/>
            <a:ext cx="99060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208485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5ED16C-6B48-1CCA-4B60-7A93B4CA4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AC84A0-A6B5-1CBA-283C-B70B202B3F1F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5C5C29-FDB0-898B-6C2C-CCBCEB4EB345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B5B443-5768-BD31-E49A-DE11A16BC2AC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5FEB0B-FA22-97AE-CE8F-5F2BE5E44CD0}"/>
              </a:ext>
            </a:extLst>
          </p:cNvPr>
          <p:cNvSpPr txBox="1"/>
          <p:nvPr/>
        </p:nvSpPr>
        <p:spPr>
          <a:xfrm>
            <a:off x="736600" y="1905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6A793A-D6AE-4CF5-FEB9-4F6692D82853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793A5AB-20DD-E1A4-656E-11F5A138A9E2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88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22F6B7B-8E07-20CD-F273-499B16FF44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618EA9-2338-BC13-AE9A-E8380DE6E108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571298-50A6-484D-CEDA-120F6469BA38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9D9E3B-B4D5-E71A-96DE-5AFD5F8E70E6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C66C78-3692-174F-157E-25C834468412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AB4CCF-C6FD-1CCE-0FD6-E679E50DBCC0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3CF41EC-CC69-FA20-0C0A-961331AABBB6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3DB603-296B-17C9-FBB4-B60342C9B2AC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63F0172-2569-2F1C-99A0-71FBBE022989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40A107-761A-8B43-725B-02804335274C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A7A397-9421-0047-38AE-6760CDCB0DFA}"/>
              </a:ext>
            </a:extLst>
          </p:cNvPr>
          <p:cNvSpPr txBox="1"/>
          <p:nvPr/>
        </p:nvSpPr>
        <p:spPr>
          <a:xfrm>
            <a:off x="9271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46F32C-0D6C-8063-AD82-B6D631952E04}"/>
              </a:ext>
            </a:extLst>
          </p:cNvPr>
          <p:cNvSpPr txBox="1"/>
          <p:nvPr/>
        </p:nvSpPr>
        <p:spPr>
          <a:xfrm>
            <a:off x="9271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DDACC97-BC85-406A-DE0A-EEB234F2770A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1FB587-E18B-4B57-DB78-4E2B7FEF13C3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9CB051-36C1-1C80-DED7-8FB0DFFA6DA4}"/>
              </a:ext>
            </a:extLst>
          </p:cNvPr>
          <p:cNvSpPr txBox="1"/>
          <p:nvPr/>
        </p:nvSpPr>
        <p:spPr>
          <a:xfrm>
            <a:off x="4635500" y="14986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8C2FEE-006C-A04D-874B-93AE154B9BED}"/>
              </a:ext>
            </a:extLst>
          </p:cNvPr>
          <p:cNvSpPr txBox="1"/>
          <p:nvPr/>
        </p:nvSpPr>
        <p:spPr>
          <a:xfrm>
            <a:off x="4635500" y="18161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130DFC1-919C-AF86-9F3F-E0D64020869B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804BDF-01A6-B145-D0F5-77EB18148960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D58DC0-B910-3699-0406-0CEB27D05D91}"/>
              </a:ext>
            </a:extLst>
          </p:cNvPr>
          <p:cNvSpPr txBox="1"/>
          <p:nvPr/>
        </p:nvSpPr>
        <p:spPr>
          <a:xfrm>
            <a:off x="8343900" y="14986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C255D5-2342-320B-2A6C-176C949276B0}"/>
              </a:ext>
            </a:extLst>
          </p:cNvPr>
          <p:cNvSpPr txBox="1"/>
          <p:nvPr/>
        </p:nvSpPr>
        <p:spPr>
          <a:xfrm>
            <a:off x="8343900" y="18161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80C8A9D-5188-FB27-A68D-A72ECCD6766E}"/>
              </a:ext>
            </a:extLst>
          </p:cNvPr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6A8BF7-A279-6D4D-9E6B-880D2A08F5D6}"/>
              </a:ext>
            </a:extLst>
          </p:cNvPr>
          <p:cNvSpPr txBox="1"/>
          <p:nvPr/>
        </p:nvSpPr>
        <p:spPr>
          <a:xfrm>
            <a:off x="1397000" y="3581400"/>
            <a:ext cx="939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l-PL" altLang="zh-CN" sz="1600" b="1">
                <a:solidFill>
                  <a:srgbClr val="1D4ED8"/>
                </a:solidFill>
                <a:latin typeface="Microsoft YaHei" panose="020B0503020204020204" pitchFamily="34" charset="-122"/>
              </a:rPr>
              <a:t>J(w)=wᵀS_b w / wᵀS_w w,    w=S_w⁻¹(μ₁-μ₂)</a:t>
            </a:r>
            <a:endParaRPr lang="zh-CN" altLang="en-US" sz="16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EFD2ED-D2DA-3390-94A8-462ED5F37BC0}"/>
              </a:ext>
            </a:extLst>
          </p:cNvPr>
          <p:cNvSpPr txBox="1"/>
          <p:nvPr/>
        </p:nvSpPr>
        <p:spPr>
          <a:xfrm>
            <a:off x="1016000" y="4851400"/>
            <a:ext cx="9906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262059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939B71-2A9B-E479-2AD6-2823108C5F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ED99B3-3932-6B3D-2537-467B3D3C9699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DF67F9-F541-28BA-6499-B18E688AB41B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E276D3-A14F-4793-C59E-1C0FB3834F8A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50E8F8-1002-04E5-2D10-0C8ADB194C9E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6DA4BC4-82BA-5204-10F1-1966CD8D94B3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600E573-3881-AD15-004C-27A1A4369DBE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DFE63B-76EF-4D76-4778-411C17DE0565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46125B-B464-DF76-A893-26EC6E9A4359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36205E7-6121-F190-FF24-A57DED5D9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F3DAEB9-B169-B344-0CDB-3F58D439997A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9CFF37-78A6-FCBC-FE36-D8B4D866C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0D5ADBA-F660-83F2-3A28-9E2573ECA3CA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1D505C-7124-28B9-8312-41722B529480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C47F89-ADE4-94B2-46A7-994258F24ECA}"/>
              </a:ext>
            </a:extLst>
          </p:cNvPr>
          <p:cNvSpPr txBox="1"/>
          <p:nvPr/>
        </p:nvSpPr>
        <p:spPr>
          <a:xfrm>
            <a:off x="1206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134C49-B7E5-06D7-7A98-7E05DCF25F7D}"/>
              </a:ext>
            </a:extLst>
          </p:cNvPr>
          <p:cNvSpPr txBox="1"/>
          <p:nvPr/>
        </p:nvSpPr>
        <p:spPr>
          <a:xfrm>
            <a:off x="1206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F2B5844-0D89-B126-B31A-AE841364B0C1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691F33-B577-2E47-2BD5-393E3A37B79E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CA15C0-1345-9493-CADC-15FBBB46AE90}"/>
              </a:ext>
            </a:extLst>
          </p:cNvPr>
          <p:cNvSpPr txBox="1"/>
          <p:nvPr/>
        </p:nvSpPr>
        <p:spPr>
          <a:xfrm>
            <a:off x="6794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2916CF-1AA1-4CAA-1EB8-E86C6676853A}"/>
              </a:ext>
            </a:extLst>
          </p:cNvPr>
          <p:cNvSpPr txBox="1"/>
          <p:nvPr/>
        </p:nvSpPr>
        <p:spPr>
          <a:xfrm>
            <a:off x="6794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7742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C7691B-A461-6BC4-3E0D-558E2B4EEA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27DDFC-8C0F-BE89-050A-9D636EBAE723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ABD0F8-2580-9F5A-7D2D-4490FDC4FF5E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625531-120E-B6FB-53FB-875C0553C079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F34B60-9E50-5AAA-9CA3-F72214CBA2C9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9680E56-CF07-60BB-977F-7FD567E956C8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8B4FE90-2C64-A448-F54F-1BDD0756FCA0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D19707-5255-7529-3247-5931115FAB6A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233D39E-6074-F92A-9F32-CE0FA4CBA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134265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85771017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09845871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79939625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795249815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16496659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85493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65132548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8437741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41567415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570E373-022E-7A09-5ADF-292027127107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475569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A858F7-B91E-C24D-A03E-2D5239FF1C2C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FA46A7-FB6D-DACF-0826-48334C9D759D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548533-ACB8-D1C3-9671-D9AE6B828955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B1220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B1EC06-3702-D104-7732-7711DD6E80FF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475569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A250AC-C80E-BBA7-C399-BF63887C8F6A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114FBA-B100-993D-83AE-BDB99E7FE87D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1814BC-8329-BBD3-54E6-3747F47C3022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B1220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A9A4AB-C55D-4173-C04E-CEF30260FE82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475569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6F5116-0AF4-AE18-4DDF-38D16AFFD5C6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240C5F-750A-65DF-2FD9-6162AB868466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5CCCB9-C9B8-2E79-1E41-D906DE7E6843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B1220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0D509E-9FB4-DE71-1285-C691085288F3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C94189-7FA9-41F0-9283-17A965C6829D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4A6D109-EDAB-5286-04D5-A3731BA6CAFB}"/>
              </a:ext>
            </a:extLst>
          </p:cNvPr>
          <p:cNvSpPr txBox="1"/>
          <p:nvPr/>
        </p:nvSpPr>
        <p:spPr>
          <a:xfrm>
            <a:off x="7239000" y="41910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DD690B-0CFB-C66E-3752-04D7BF68857E}"/>
              </a:ext>
            </a:extLst>
          </p:cNvPr>
          <p:cNvSpPr txBox="1"/>
          <p:nvPr/>
        </p:nvSpPr>
        <p:spPr>
          <a:xfrm>
            <a:off x="7239000" y="4508500"/>
            <a:ext cx="3505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408830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6CEBBC-EEF1-0E30-7494-65A527CE09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FAF773-A4FA-9B2B-55EA-09F8DDCCA3B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217F52-3A2A-FC8A-7115-1B194902F6E2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D84A3A-EE58-25EF-789C-A117A24B069D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560C45-47AC-B009-426E-7607A1CA0304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77AA1F0-3363-8553-2A43-DE378F8415C7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724C6FE-3994-0023-861D-B1924CC4C599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2453AD-B51F-5315-7FA8-6548657F87F0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A143AB4-4611-B3E5-D18A-E03BF74E7E7E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C27B61-8435-365E-E465-35C32BE7322F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3B2FBE-2B1C-275C-768E-48ED05FEC943}"/>
              </a:ext>
            </a:extLst>
          </p:cNvPr>
          <p:cNvSpPr txBox="1"/>
          <p:nvPr/>
        </p:nvSpPr>
        <p:spPr>
          <a:xfrm>
            <a:off x="1079500" y="17145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E2197-F0B2-33A9-43F6-5E1E78BA8C0D}"/>
              </a:ext>
            </a:extLst>
          </p:cNvPr>
          <p:cNvSpPr txBox="1"/>
          <p:nvPr/>
        </p:nvSpPr>
        <p:spPr>
          <a:xfrm>
            <a:off x="1079500" y="20320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BC3A9E0-D683-AAA8-03BD-5BA85368F958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40ABEA-E495-7BFE-7E81-8DEB3ED075B3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8E6D3A-C96D-9E3A-B52C-8F6428B0A5D0}"/>
              </a:ext>
            </a:extLst>
          </p:cNvPr>
          <p:cNvSpPr txBox="1"/>
          <p:nvPr/>
        </p:nvSpPr>
        <p:spPr>
          <a:xfrm>
            <a:off x="4762500" y="17145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FD6F92-D315-BCAC-083C-6F5DE14F31FE}"/>
              </a:ext>
            </a:extLst>
          </p:cNvPr>
          <p:cNvSpPr txBox="1"/>
          <p:nvPr/>
        </p:nvSpPr>
        <p:spPr>
          <a:xfrm>
            <a:off x="4762500" y="20320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905D2C2-254A-01FC-6779-5C01D07DE165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227395-FC2D-09CB-1FC9-CDF8B33D9AC2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ECDA86-5F5E-911F-646D-6796CC094ECC}"/>
              </a:ext>
            </a:extLst>
          </p:cNvPr>
          <p:cNvSpPr txBox="1"/>
          <p:nvPr/>
        </p:nvSpPr>
        <p:spPr>
          <a:xfrm>
            <a:off x="8445500" y="17145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A74819-6046-C36D-9A86-07BC704FE5E3}"/>
              </a:ext>
            </a:extLst>
          </p:cNvPr>
          <p:cNvSpPr txBox="1"/>
          <p:nvPr/>
        </p:nvSpPr>
        <p:spPr>
          <a:xfrm>
            <a:off x="8445500" y="2032000"/>
            <a:ext cx="2552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A6BCC91-24D9-6D62-56C9-B5ED356FFF93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B8691A-21B3-4D65-72B5-427A00C20CEB}"/>
              </a:ext>
            </a:extLst>
          </p:cNvPr>
          <p:cNvSpPr txBox="1"/>
          <p:nvPr/>
        </p:nvSpPr>
        <p:spPr>
          <a:xfrm>
            <a:off x="1498600" y="4318000"/>
            <a:ext cx="914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3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105431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5AAD0F-C902-92F8-2117-1646DBDC2A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53CEDD-57FE-9233-6618-1978613990EF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FE9344-378C-5F07-49CA-2440BA17737E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B445FB-FABC-B433-85DB-55FC0CEFF126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A9AE88-405A-9FAF-F531-5CB5419415E9}"/>
              </a:ext>
            </a:extLst>
          </p:cNvPr>
          <p:cNvSpPr txBox="1"/>
          <p:nvPr/>
        </p:nvSpPr>
        <p:spPr>
          <a:xfrm>
            <a:off x="736600" y="1905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C75DC4-3D2C-210D-7748-40EB3F7207D8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C0C3F5A-D33B-BE84-E3ED-85F669668E1C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544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89C110-C3D0-DCFA-9C16-160AD55044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94BF9A-2966-9007-7906-569DD66EBFAF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E3D5CF-B703-48B2-8DFD-23F8D537F4CA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BE9E03-3E19-5610-8B2A-CDB81FBDCDBF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5D9FD2-1A87-4729-1EB5-5BD2B5E13416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C2BC48-6D18-25ED-D5E6-1B8925CBD0E5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9C3FA47-5C6F-C49D-8548-695DF26A45B9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8E1795-25C1-52A6-2CDC-28F21CDF223E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144787-D144-9897-FE7F-8CF6327FE668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40D96D-D6F0-1F33-ABB1-944E2C2ED666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F649D6-E070-86E1-5BB6-11D21BD3D3F3}"/>
              </a:ext>
            </a:extLst>
          </p:cNvPr>
          <p:cNvSpPr txBox="1"/>
          <p:nvPr/>
        </p:nvSpPr>
        <p:spPr>
          <a:xfrm>
            <a:off x="10795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8340AC-141E-EBBF-9578-FEF9B4859592}"/>
              </a:ext>
            </a:extLst>
          </p:cNvPr>
          <p:cNvSpPr txBox="1"/>
          <p:nvPr/>
        </p:nvSpPr>
        <p:spPr>
          <a:xfrm>
            <a:off x="10795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674AC12-43B1-57FD-47DD-C64DA3960BD3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430577-D5F2-1F03-CAD3-D6F9A021D084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0220D1-50A1-31BE-C883-CFF092D0722F}"/>
              </a:ext>
            </a:extLst>
          </p:cNvPr>
          <p:cNvSpPr txBox="1"/>
          <p:nvPr/>
        </p:nvSpPr>
        <p:spPr>
          <a:xfrm>
            <a:off x="64770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BDD45B-072D-509C-49C1-1E6837496BAE}"/>
              </a:ext>
            </a:extLst>
          </p:cNvPr>
          <p:cNvSpPr txBox="1"/>
          <p:nvPr/>
        </p:nvSpPr>
        <p:spPr>
          <a:xfrm>
            <a:off x="64770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2C79B3-3538-4C8D-7745-5839E8CA71BB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C56652-7A26-E683-5E25-FDA0F92F4B57}"/>
              </a:ext>
            </a:extLst>
          </p:cNvPr>
          <p:cNvSpPr txBox="1"/>
          <p:nvPr/>
        </p:nvSpPr>
        <p:spPr>
          <a:xfrm>
            <a:off x="1524000" y="36322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uᵢ = </a:t>
            </a:r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λ</a:t>
            </a:r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ᵢuᵢ,      zᵢ = uᵢᵀ(x-</a:t>
            </a:r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μ)</a:t>
            </a:r>
            <a:endParaRPr lang="zh-CN" altLang="en-US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B31ADE-EC25-64DF-2A45-786B19887B9E}"/>
              </a:ext>
            </a:extLst>
          </p:cNvPr>
          <p:cNvSpPr txBox="1"/>
          <p:nvPr/>
        </p:nvSpPr>
        <p:spPr>
          <a:xfrm>
            <a:off x="1016000" y="4826000"/>
            <a:ext cx="965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2475843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2264D6-19B7-87AC-3691-D4F99E9FA4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9B8022-A0B9-6173-594B-F6C1D7ADB5B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56A0B-0FF3-2EE7-5872-76F2BEF0CB38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BE03C7-4F48-2EC6-5147-CD730280069B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9A8805-F74E-4FEA-FD59-CEE2C10C418E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D8EA28D-A148-FA57-3213-06020840B180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F267A25-B1B4-6900-9AD8-98AFB2ADAE87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3E4518-94C6-4E54-10B2-5289169CD161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FBEB6F4-E842-6470-4C62-4805EDE82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06197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720213036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1167584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84424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9837843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63340404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044127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69684075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956882264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6E7F85F-BBA3-A5DC-082B-DB8F8EB5BC42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737C5F6-5C27-4EF9-3F9C-FD5A5CD28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1376BD-2F37-AC1C-CEA5-9F2B5D60EE14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830A7E-A631-6D62-A150-CC2DE13668B0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F6ADA3-2E7C-82DD-739F-FE21A938900C}"/>
              </a:ext>
            </a:extLst>
          </p:cNvPr>
          <p:cNvSpPr txBox="1"/>
          <p:nvPr/>
        </p:nvSpPr>
        <p:spPr>
          <a:xfrm>
            <a:off x="1206500" y="5054600"/>
            <a:ext cx="3695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64146A-C435-358A-9506-60F7D145659E}"/>
              </a:ext>
            </a:extLst>
          </p:cNvPr>
          <p:cNvSpPr txBox="1"/>
          <p:nvPr/>
        </p:nvSpPr>
        <p:spPr>
          <a:xfrm>
            <a:off x="1206500" y="5372100"/>
            <a:ext cx="3695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2196740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33B2DF-2355-2374-EA1F-57F85BB522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7DD529-A354-B762-4AA0-B254E47C156A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5183DB-C158-EA9B-E39B-E74C7B2428BD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A09A55-4B08-D364-BF48-97FBC6AA38DC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6EC682-678F-E305-25A4-5B83BAB12CB8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1D97446-DB59-351E-A0BD-690FC06E8CFE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847FA38-ECEC-5C62-5929-207AD21CB3BB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2DF80-DFBE-2C05-9381-4393BC1442B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FCC18FD-5478-F636-05B6-DF087817EAB2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1AA417B-94E9-99EE-1722-6ACBE3643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1054B43-8C78-0089-EACA-65AF1CF15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950254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428864758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81114535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74402232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20624843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912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408364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8243830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234204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76723047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E03AEF3A-915A-7B05-5F5B-9A55EDEAA6A7}"/>
              </a:ext>
            </a:extLst>
          </p:cNvPr>
          <p:cNvSpPr txBox="1"/>
          <p:nvPr/>
        </p:nvSpPr>
        <p:spPr>
          <a:xfrm>
            <a:off x="6667500" y="4318000"/>
            <a:ext cx="457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3763040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959819-FD22-01E9-1187-377913FF1D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3D150A-3870-A17C-2F73-9DA0F43156AF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477B2D-29FF-2FD9-F8BA-DBEBF5B34AA5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7CE43A-F5F1-1103-1A32-16ACCC123304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7BC08B-0341-79F8-4CB2-B1B77F3426E5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6928B7-707A-6ED1-222B-EAB6E2FB1D83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5D64E16-4711-BC09-1C0D-BFCC798D5FE3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B085FB-FFCB-1939-EE11-B6F3CB60F4ED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6BF32F-6CB2-A985-4CBF-6A0BF5826C9E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57ADC2-C0F5-3455-4A23-8DBE9D3E1994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C66BE7-EF32-66FA-1A81-E5D8EE5B07FD}"/>
              </a:ext>
            </a:extLst>
          </p:cNvPr>
          <p:cNvSpPr txBox="1"/>
          <p:nvPr/>
        </p:nvSpPr>
        <p:spPr>
          <a:xfrm>
            <a:off x="1079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5B0247-BF28-A46F-83A6-4C6AA08DA6EB}"/>
              </a:ext>
            </a:extLst>
          </p:cNvPr>
          <p:cNvSpPr txBox="1"/>
          <p:nvPr/>
        </p:nvSpPr>
        <p:spPr>
          <a:xfrm>
            <a:off x="1079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9B39DCC-B714-D5EE-9943-ADDC3CC3E6EA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CD0F86-0213-D18B-DCFA-D3564F4DFFE3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F6DB18-543E-DCB1-B60E-951AE1DD6D3D}"/>
              </a:ext>
            </a:extLst>
          </p:cNvPr>
          <p:cNvSpPr txBox="1"/>
          <p:nvPr/>
        </p:nvSpPr>
        <p:spPr>
          <a:xfrm>
            <a:off x="4762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18D4F2-81DB-572B-530C-0D9C4A28260A}"/>
              </a:ext>
            </a:extLst>
          </p:cNvPr>
          <p:cNvSpPr txBox="1"/>
          <p:nvPr/>
        </p:nvSpPr>
        <p:spPr>
          <a:xfrm>
            <a:off x="4762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54683D7-6159-2949-0F86-8604C4AF4335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AABA39-B803-7F29-992F-4C6D476EA97E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B7A72F-B66E-36E0-9508-5EF1C975329B}"/>
              </a:ext>
            </a:extLst>
          </p:cNvPr>
          <p:cNvSpPr txBox="1"/>
          <p:nvPr/>
        </p:nvSpPr>
        <p:spPr>
          <a:xfrm>
            <a:off x="8445500" y="16510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1EEB84-BE48-D6A5-C883-5FD51626A713}"/>
              </a:ext>
            </a:extLst>
          </p:cNvPr>
          <p:cNvSpPr txBox="1"/>
          <p:nvPr/>
        </p:nvSpPr>
        <p:spPr>
          <a:xfrm>
            <a:off x="8445500" y="1968500"/>
            <a:ext cx="2552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622186A-A976-BC60-577E-05162322176C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6DB3885-C09E-4121-92B2-E051E922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04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0EAFAC-9EFC-A832-02F4-B8011136D2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34AB0E-0F3A-050C-5DEB-353ABB1B5255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BCF663-EC02-0FC2-572F-30298BDE22A6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A89390-AFA6-C08C-FE30-4EB05BEED598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B381C-350F-5BF9-1BED-394D1382EC68}"/>
              </a:ext>
            </a:extLst>
          </p:cNvPr>
          <p:cNvSpPr txBox="1"/>
          <p:nvPr/>
        </p:nvSpPr>
        <p:spPr>
          <a:xfrm>
            <a:off x="736600" y="1905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2EAE08-1086-1D44-8214-33D1CA3B862A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C2DECC6-5F41-D4E2-A2CA-A3D35ED25027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676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4C2B10-8536-919B-80DD-82867414B9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8526C6-6326-2550-8126-EFF164343C4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EB624E-FD2B-03E8-D4F7-F550E54C2DA4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733CF3-550F-C723-ADEB-17E23F770A40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1485A1-2884-C8B6-6D5B-7F6C261598F0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ED36973-9DE7-F052-8AE3-15F1469B7269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3214FF8-063F-C79F-6529-B90206AB5FC1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9E668E-E954-6FAC-D311-767721E3935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F41B6A0-013F-5F73-5C6B-9230850A25CA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E09472-28CE-0020-F5F6-34A7BF3625B2}"/>
              </a:ext>
            </a:extLst>
          </p:cNvPr>
          <p:cNvSpPr txBox="1"/>
          <p:nvPr/>
        </p:nvSpPr>
        <p:spPr>
          <a:xfrm>
            <a:off x="1028700" y="1612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26B483-1F10-E359-4E66-FB064A45AE00}"/>
              </a:ext>
            </a:extLst>
          </p:cNvPr>
          <p:cNvSpPr txBox="1"/>
          <p:nvPr/>
        </p:nvSpPr>
        <p:spPr>
          <a:xfrm>
            <a:off x="1549400" y="1511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F992E8-AC94-1D82-769C-007281574B23}"/>
              </a:ext>
            </a:extLst>
          </p:cNvPr>
          <p:cNvSpPr txBox="1"/>
          <p:nvPr/>
        </p:nvSpPr>
        <p:spPr>
          <a:xfrm>
            <a:off x="1549400" y="1778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8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43BB6DD-A33C-8C84-783C-D1B1799F2938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467DA9-DA1D-E232-2CA5-2EE456794A38}"/>
              </a:ext>
            </a:extLst>
          </p:cNvPr>
          <p:cNvSpPr txBox="1"/>
          <p:nvPr/>
        </p:nvSpPr>
        <p:spPr>
          <a:xfrm>
            <a:off x="1028700" y="2628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9AD967-E6FC-9B7C-FCA0-326886D0C20D}"/>
              </a:ext>
            </a:extLst>
          </p:cNvPr>
          <p:cNvSpPr txBox="1"/>
          <p:nvPr/>
        </p:nvSpPr>
        <p:spPr>
          <a:xfrm>
            <a:off x="1549400" y="2527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543BED-8995-BC28-63B5-2C6C493AEE01}"/>
              </a:ext>
            </a:extLst>
          </p:cNvPr>
          <p:cNvSpPr txBox="1"/>
          <p:nvPr/>
        </p:nvSpPr>
        <p:spPr>
          <a:xfrm>
            <a:off x="1549400" y="2794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AFEB176-1680-DEC7-2615-E377BD5E8292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115A80-B84D-0E97-5E38-B5098929A0E3}"/>
              </a:ext>
            </a:extLst>
          </p:cNvPr>
          <p:cNvSpPr txBox="1"/>
          <p:nvPr/>
        </p:nvSpPr>
        <p:spPr>
          <a:xfrm>
            <a:off x="1028700" y="3644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5AC5ED-9545-6A17-3AC6-EC99C232EF8A}"/>
              </a:ext>
            </a:extLst>
          </p:cNvPr>
          <p:cNvSpPr txBox="1"/>
          <p:nvPr/>
        </p:nvSpPr>
        <p:spPr>
          <a:xfrm>
            <a:off x="1549400" y="3543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BAA6D3-2B30-949C-C15A-B32F4A5ADF55}"/>
              </a:ext>
            </a:extLst>
          </p:cNvPr>
          <p:cNvSpPr txBox="1"/>
          <p:nvPr/>
        </p:nvSpPr>
        <p:spPr>
          <a:xfrm>
            <a:off x="1549400" y="3810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E17CF42-0766-76B4-38D2-8FFF1E602DA2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54802C-91FB-C353-0CC9-38AB944AD1C5}"/>
              </a:ext>
            </a:extLst>
          </p:cNvPr>
          <p:cNvSpPr txBox="1"/>
          <p:nvPr/>
        </p:nvSpPr>
        <p:spPr>
          <a:xfrm>
            <a:off x="1028700" y="4660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72797D-6586-AC7D-2264-9FCBC7831D43}"/>
              </a:ext>
            </a:extLst>
          </p:cNvPr>
          <p:cNvSpPr txBox="1"/>
          <p:nvPr/>
        </p:nvSpPr>
        <p:spPr>
          <a:xfrm>
            <a:off x="1549400" y="4559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336834F-246A-6374-06D5-7D1A67BCE7E9}"/>
              </a:ext>
            </a:extLst>
          </p:cNvPr>
          <p:cNvSpPr txBox="1"/>
          <p:nvPr/>
        </p:nvSpPr>
        <p:spPr>
          <a:xfrm>
            <a:off x="1549400" y="4826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5E6AD63-95D0-047E-1656-3B732AACF7DD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9BB1A1-D5ED-B398-31F9-2B9C864C9F8D}"/>
              </a:ext>
            </a:extLst>
          </p:cNvPr>
          <p:cNvSpPr txBox="1"/>
          <p:nvPr/>
        </p:nvSpPr>
        <p:spPr>
          <a:xfrm>
            <a:off x="6858000" y="1905000"/>
            <a:ext cx="3365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1D4ED8"/>
                </a:solidFill>
                <a:latin typeface="Microsoft YaHei" panose="020B0503020204020204" pitchFamily="34" charset="-122"/>
              </a:rPr>
              <a:t>z = U_kᵀ(x-</a:t>
            </a:r>
            <a:r>
              <a:rPr lang="el-GR" altLang="zh-CN" b="1">
                <a:solidFill>
                  <a:srgbClr val="1D4ED8"/>
                </a:solidFill>
                <a:latin typeface="Microsoft YaHei" panose="020B0503020204020204" pitchFamily="34" charset="-122"/>
              </a:rPr>
              <a:t>μ)</a:t>
            </a:r>
            <a:endParaRPr lang="zh-CN" altLang="en-US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A450D482-953A-7081-7E39-CC3C49D6B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42257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77914975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5575775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39293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45758935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26952999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5776579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20243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164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5C952C-DC1E-934F-B72D-F57A1015C6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450B85-3815-50B8-FDC5-F01C98606A2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3C36F3-E77E-AC12-64AF-115543FED357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7B36C2-07F9-C199-7CD6-D797BCF47E64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189616-C944-F602-E743-6A7E51C2A768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19C862A-7A5B-CC8D-8134-4DF8B4B257C4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B0F3827-5E04-7D7B-B3CE-E82C883BAC18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C55321-996A-7697-2393-B2A2807B4F68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450D91-C556-8A2E-404C-6B9132A03E28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09DFD7D-D09F-3006-9D26-95D1CA9BF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02A6400-5F7E-1207-7480-B8A411CBCBF3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677A78E-D75E-ED00-0655-DBA0CEA72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1938710-7801-D091-FC0F-12D2CB88A093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CDE04B-B471-67A8-6151-E479918C3EA1}"/>
              </a:ext>
            </a:extLst>
          </p:cNvPr>
          <p:cNvSpPr txBox="1"/>
          <p:nvPr/>
        </p:nvSpPr>
        <p:spPr>
          <a:xfrm>
            <a:off x="1168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D4ED8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0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93D0C17-4798-B1DF-2FE7-21A80E100A2E}"/>
              </a:ext>
            </a:extLst>
          </p:cNvPr>
          <p:cNvSpPr txBox="1"/>
          <p:nvPr/>
        </p:nvSpPr>
        <p:spPr>
          <a:xfrm>
            <a:off x="1168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4BBE0D-E698-79FA-629E-B0E2112EC7A9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B15453-5624-066A-E003-40D1B387337A}"/>
              </a:ext>
            </a:extLst>
          </p:cNvPr>
          <p:cNvSpPr txBox="1"/>
          <p:nvPr/>
        </p:nvSpPr>
        <p:spPr>
          <a:xfrm>
            <a:off x="3454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766E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0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D138C9-6F67-4F77-8C79-3E3BB2305216}"/>
              </a:ext>
            </a:extLst>
          </p:cNvPr>
          <p:cNvSpPr txBox="1"/>
          <p:nvPr/>
        </p:nvSpPr>
        <p:spPr>
          <a:xfrm>
            <a:off x="3454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D4676CC-E9C6-098A-0691-C9BE532E6860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434F0A8-A10F-BB10-FB71-FC3914CB4355}"/>
              </a:ext>
            </a:extLst>
          </p:cNvPr>
          <p:cNvSpPr txBox="1"/>
          <p:nvPr/>
        </p:nvSpPr>
        <p:spPr>
          <a:xfrm>
            <a:off x="5740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59E0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0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17F914D-0871-D11B-1DC9-4A71A6DEE04D}"/>
              </a:ext>
            </a:extLst>
          </p:cNvPr>
          <p:cNvSpPr txBox="1"/>
          <p:nvPr/>
        </p:nvSpPr>
        <p:spPr>
          <a:xfrm>
            <a:off x="5740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BE72EE1-901F-E75F-AB81-8613151D7E9E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766A8A-531B-0EF7-96D8-B2E3982F84FB}"/>
              </a:ext>
            </a:extLst>
          </p:cNvPr>
          <p:cNvSpPr txBox="1"/>
          <p:nvPr/>
        </p:nvSpPr>
        <p:spPr>
          <a:xfrm>
            <a:off x="8026400" y="55626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EA580C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000" b="1">
              <a:solidFill>
                <a:srgbClr val="EA580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D6D2C2-C45F-776C-EBA7-239C8E055708}"/>
              </a:ext>
            </a:extLst>
          </p:cNvPr>
          <p:cNvSpPr txBox="1"/>
          <p:nvPr/>
        </p:nvSpPr>
        <p:spPr>
          <a:xfrm>
            <a:off x="8026400" y="60071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592810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E0C36C-CE7A-9C19-E94E-3C88F4366B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2F9495-61F3-2858-50FF-7706BE16CC5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EC9B80-F381-3156-F3A2-5CC9191CAFA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61F889-F670-B4CC-8A21-AFDC77A3DEDB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BD7C79-7660-C1F9-38E9-F1E6B1A66412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A401C55-D9E2-4FF6-BED0-84EC81280285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12A3BD1-10D2-0D49-519D-12EEE862DC11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3D1937-5692-6ECA-0E60-284102803F7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920E43-091E-734F-E058-22AA9A79EE7C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187BA71-E088-2FBB-7B07-2CE66AFEA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DBF372C-1536-5572-CB48-13C192447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93086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393450704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49201048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871744583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88648743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06934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PCA+NearestCentroid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621681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4198524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490255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76096042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0A08931-8D81-185A-7F4F-3FEDBFD919A5}"/>
              </a:ext>
            </a:extLst>
          </p:cNvPr>
          <p:cNvSpPr txBox="1"/>
          <p:nvPr/>
        </p:nvSpPr>
        <p:spPr>
          <a:xfrm>
            <a:off x="6794500" y="4318000"/>
            <a:ext cx="4318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4261692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7F8D4B-ED65-7B2C-B920-15818D9CC0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429BD2-DC1A-4EE0-1642-EB0562EEB7B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93CDC-C382-9369-88B6-A4282C854EDF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91EBE1-0C9C-2AAD-58A8-40AC307B9A08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FE7089-ACC1-45DE-D500-FD19DB1FE438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5D085B-8820-7A72-969A-7C7AD5A20F80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56F6EB9-64C2-8EC2-6834-D9143CFDFEC6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A57BF6-39D5-F8C3-0397-4539FAAEA59A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0B69D7-DEA0-DC4B-A8FC-8B040401A47A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35C1E-F6F7-3F2D-CC0B-DF41FC06F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86EDFD9-727D-9A36-43A2-5241C0645238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732D92-69F0-994F-508E-B768D75CD5AA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B80323-CF7D-C714-01D4-2F1596141C30}"/>
              </a:ext>
            </a:extLst>
          </p:cNvPr>
          <p:cNvSpPr txBox="1"/>
          <p:nvPr/>
        </p:nvSpPr>
        <p:spPr>
          <a:xfrm>
            <a:off x="7239000" y="16510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552D5F-57A9-AB66-F733-C7D95EA0F4FF}"/>
              </a:ext>
            </a:extLst>
          </p:cNvPr>
          <p:cNvSpPr txBox="1"/>
          <p:nvPr/>
        </p:nvSpPr>
        <p:spPr>
          <a:xfrm>
            <a:off x="7239000" y="19685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4FE440-EEBB-87C6-345C-1CDD4A19AF87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65F3EB-23CF-C332-61F8-0E0D73CA7289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BF1FF3-43CE-1DE9-AABC-AC2C3446B9A4}"/>
              </a:ext>
            </a:extLst>
          </p:cNvPr>
          <p:cNvSpPr txBox="1"/>
          <p:nvPr/>
        </p:nvSpPr>
        <p:spPr>
          <a:xfrm>
            <a:off x="7239000" y="3111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750764-A7E2-B310-D41E-B1856E84D83F}"/>
              </a:ext>
            </a:extLst>
          </p:cNvPr>
          <p:cNvSpPr txBox="1"/>
          <p:nvPr/>
        </p:nvSpPr>
        <p:spPr>
          <a:xfrm>
            <a:off x="7239000" y="34290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B89B5DC-B2BE-8CAD-FB4A-9F4F62DFFCE5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C1A529-5B64-6C65-629F-D66DBD4DB35C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0A3A98-B1B8-558F-9D32-C627CF4B65A5}"/>
              </a:ext>
            </a:extLst>
          </p:cNvPr>
          <p:cNvSpPr txBox="1"/>
          <p:nvPr/>
        </p:nvSpPr>
        <p:spPr>
          <a:xfrm>
            <a:off x="7239000" y="45720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CD37FC-E5B4-1A2D-443C-F4630D4E9C75}"/>
              </a:ext>
            </a:extLst>
          </p:cNvPr>
          <p:cNvSpPr txBox="1"/>
          <p:nvPr/>
        </p:nvSpPr>
        <p:spPr>
          <a:xfrm>
            <a:off x="7239000" y="48895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3421894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E1D48B-504C-D023-FBFB-8C6092242B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7E3607-7C73-51BF-21C9-C768E9AAA45A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3A96B-3462-A62B-51BA-645C6DC946C0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E6BACD-0C12-5A0B-6A09-1C2D35457FF4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567DA0-7517-075B-3296-D0CD6376A183}"/>
              </a:ext>
            </a:extLst>
          </p:cNvPr>
          <p:cNvSpPr txBox="1"/>
          <p:nvPr/>
        </p:nvSpPr>
        <p:spPr>
          <a:xfrm>
            <a:off x="736600" y="1905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C0291-1642-6B76-F9F2-A3F04DD9FDC6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1D3A7A2-507C-FDFE-5425-56692522D7D9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48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879756-FB8B-F769-E4A2-DE582DE51F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83828-45E0-A576-2C15-D8DB6C93778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53C587-E947-C6FD-D3C9-950406BAED09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1A02B-868F-F2D4-735D-F7166BF04212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7383DE-C6F3-ACCF-69DA-3355C619A99E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AD8E61D-1A99-22E7-C844-32A6DB032E5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0D98AB0-0CC5-59DB-ADBB-D730654E1F3A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444D2E-B058-61C6-EDA9-BD91D73EED1E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F0FDD7-8D54-5234-E4D5-9FF786AC63DC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A5BDB1-5F8A-C01B-C229-A0EE068438B0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4D054D-EFAE-9A8B-1FD4-C050D8D0E02F}"/>
              </a:ext>
            </a:extLst>
          </p:cNvPr>
          <p:cNvSpPr txBox="1"/>
          <p:nvPr/>
        </p:nvSpPr>
        <p:spPr>
          <a:xfrm>
            <a:off x="10795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B5CB9B-968B-F8E1-88BF-C3094EB7A113}"/>
              </a:ext>
            </a:extLst>
          </p:cNvPr>
          <p:cNvSpPr txBox="1"/>
          <p:nvPr/>
        </p:nvSpPr>
        <p:spPr>
          <a:xfrm>
            <a:off x="10795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CA49AA5-67DC-6CF1-E9C6-D8C70AC6C2E2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6B1322-26DF-CDAE-1F4E-06A841115B78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15B8C1-2649-9312-AC2C-A83F078F3D21}"/>
              </a:ext>
            </a:extLst>
          </p:cNvPr>
          <p:cNvSpPr txBox="1"/>
          <p:nvPr/>
        </p:nvSpPr>
        <p:spPr>
          <a:xfrm>
            <a:off x="6477000" y="1587500"/>
            <a:ext cx="414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F52211-74BF-A766-DBA8-18D0DD807903}"/>
              </a:ext>
            </a:extLst>
          </p:cNvPr>
          <p:cNvSpPr txBox="1"/>
          <p:nvPr/>
        </p:nvSpPr>
        <p:spPr>
          <a:xfrm>
            <a:off x="6477000" y="1905000"/>
            <a:ext cx="414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5E12192-2A5C-1F4D-F057-F1C0C7A8C860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0AF226-E961-9717-B8F4-EA1F9F7C4F7F}"/>
              </a:ext>
            </a:extLst>
          </p:cNvPr>
          <p:cNvSpPr txBox="1"/>
          <p:nvPr/>
        </p:nvSpPr>
        <p:spPr>
          <a:xfrm>
            <a:off x="1524000" y="36322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J = </a:t>
            </a:r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ⱼ </a:t>
            </a:r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ₓ∈</a:t>
            </a:r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ⱼ ||x - </a:t>
            </a:r>
            <a:r>
              <a:rPr lang="el-GR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</a:rPr>
              <a:t>ⱼ||²</a:t>
            </a:r>
            <a:endParaRPr lang="zh-CN" altLang="en-US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A54EC0-5E74-7075-D1F7-AAA7A85095FE}"/>
              </a:ext>
            </a:extLst>
          </p:cNvPr>
          <p:cNvSpPr txBox="1"/>
          <p:nvPr/>
        </p:nvSpPr>
        <p:spPr>
          <a:xfrm>
            <a:off x="1016000" y="4826000"/>
            <a:ext cx="965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3435496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6E9B17-4E7A-B5B0-E2F4-D8B45B28FA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07D071-5B0F-4957-C43B-AFE3EB60F16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C9685F-2E57-0290-994B-DFC064020FE3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7B8203-6CBA-4CDE-9928-6C9CC1F386EA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EB0242-41DC-5F43-1748-23AED50B8B1A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B36887-AF37-A02B-26F9-D83A26EE373A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3E2203B-7493-428F-4E2B-6074F3E41AE4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EA3575-FA01-D518-4825-6887EEEFF762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E351693-C981-48BB-0185-09772F594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81036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29740809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16229301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1585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1227674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0261844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23412316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6604448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925912407"/>
                  </a:ext>
                </a:extLst>
              </a:tr>
            </a:tbl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DD0107FE-4807-3A83-3F16-006D477D5CCC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7217D3-4353-AB0C-F976-32D8C6DA64DC}"/>
              </a:ext>
            </a:extLst>
          </p:cNvPr>
          <p:cNvSpPr txBox="1"/>
          <p:nvPr/>
        </p:nvSpPr>
        <p:spPr>
          <a:xfrm>
            <a:off x="6934200" y="1612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5AE132-75F8-3629-97BE-0D7984D2B879}"/>
              </a:ext>
            </a:extLst>
          </p:cNvPr>
          <p:cNvSpPr txBox="1"/>
          <p:nvPr/>
        </p:nvSpPr>
        <p:spPr>
          <a:xfrm>
            <a:off x="7454900" y="1511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C39336-FA3C-61F0-BBBB-10445663294C}"/>
              </a:ext>
            </a:extLst>
          </p:cNvPr>
          <p:cNvSpPr txBox="1"/>
          <p:nvPr/>
        </p:nvSpPr>
        <p:spPr>
          <a:xfrm>
            <a:off x="7454900" y="1778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B5D74E4-FEE8-CDA7-8E25-9D35B63BEA14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44537A-3203-6266-CCEE-B043CFEB9146}"/>
              </a:ext>
            </a:extLst>
          </p:cNvPr>
          <p:cNvSpPr txBox="1"/>
          <p:nvPr/>
        </p:nvSpPr>
        <p:spPr>
          <a:xfrm>
            <a:off x="6934200" y="2628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DED46CA-E0D2-F4A6-2E24-096CDB1A5B09}"/>
              </a:ext>
            </a:extLst>
          </p:cNvPr>
          <p:cNvSpPr txBox="1"/>
          <p:nvPr/>
        </p:nvSpPr>
        <p:spPr>
          <a:xfrm>
            <a:off x="7454900" y="2527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75376D-565C-BFCA-B589-E710137C6B85}"/>
              </a:ext>
            </a:extLst>
          </p:cNvPr>
          <p:cNvSpPr txBox="1"/>
          <p:nvPr/>
        </p:nvSpPr>
        <p:spPr>
          <a:xfrm>
            <a:off x="7454900" y="2794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AD28F90-0A98-7C73-52EE-0F80B4AA0560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1479EB-CE89-D004-C630-69721E1C4EC5}"/>
              </a:ext>
            </a:extLst>
          </p:cNvPr>
          <p:cNvSpPr txBox="1"/>
          <p:nvPr/>
        </p:nvSpPr>
        <p:spPr>
          <a:xfrm>
            <a:off x="6934200" y="3644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741792-BCA6-203E-3FA3-B9CEF46CA562}"/>
              </a:ext>
            </a:extLst>
          </p:cNvPr>
          <p:cNvSpPr txBox="1"/>
          <p:nvPr/>
        </p:nvSpPr>
        <p:spPr>
          <a:xfrm>
            <a:off x="7454900" y="3543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5A4A30-C413-D6AD-75B3-E2B8AFD0D655}"/>
              </a:ext>
            </a:extLst>
          </p:cNvPr>
          <p:cNvSpPr txBox="1"/>
          <p:nvPr/>
        </p:nvSpPr>
        <p:spPr>
          <a:xfrm>
            <a:off x="7454900" y="3810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C5A96A1-05B5-AE29-A1BC-4852DA0F1DD0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E33B8C-8D8D-51A6-9BD1-C8EABEA9DE5E}"/>
              </a:ext>
            </a:extLst>
          </p:cNvPr>
          <p:cNvSpPr txBox="1"/>
          <p:nvPr/>
        </p:nvSpPr>
        <p:spPr>
          <a:xfrm>
            <a:off x="6934200" y="4660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B6951D-666F-C1FE-2F66-FD22ADE7F682}"/>
              </a:ext>
            </a:extLst>
          </p:cNvPr>
          <p:cNvSpPr txBox="1"/>
          <p:nvPr/>
        </p:nvSpPr>
        <p:spPr>
          <a:xfrm>
            <a:off x="7454900" y="45593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9F8E15-5F99-9EEB-DA7F-2FB9426FA9DB}"/>
              </a:ext>
            </a:extLst>
          </p:cNvPr>
          <p:cNvSpPr txBox="1"/>
          <p:nvPr/>
        </p:nvSpPr>
        <p:spPr>
          <a:xfrm>
            <a:off x="7454900" y="48260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3911561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54D9DA-74BA-E9AB-DDAD-E30041E936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3FFF3E-4E87-4607-BE76-82FB66B80F40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57C74F-E037-B754-62B8-BB71A846C899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11C6DF-91C1-BBF0-A47E-756E58495451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B8A4B0-8399-B3DC-737D-1CA4C4BEFAAB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4B04D04-F5A5-05A3-149D-1C579217C4C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B314E5A-61B4-36F1-5846-96359CA5FC95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00B70C-F4C1-0E4F-8784-E6A865B5D107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1B9AC1-08A9-66FC-E15C-8D091E567B3F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892F98-D973-B79A-0062-831C490E1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98D69D4-C8B7-4B7B-E25C-0EBB79D75C42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C8ACE78-9051-FB57-90BD-11B089B4E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79C387F-E179-86E8-7FA1-43AC1C1085E4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C7F24E-04E3-2649-D01D-AD0CE088A37A}"/>
              </a:ext>
            </a:extLst>
          </p:cNvPr>
          <p:cNvSpPr txBox="1"/>
          <p:nvPr/>
        </p:nvSpPr>
        <p:spPr>
          <a:xfrm>
            <a:off x="1168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766E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0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8926CF-2DE3-C5FA-BBC0-DC5D04573373}"/>
              </a:ext>
            </a:extLst>
          </p:cNvPr>
          <p:cNvSpPr txBox="1"/>
          <p:nvPr/>
        </p:nvSpPr>
        <p:spPr>
          <a:xfrm>
            <a:off x="1168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CB3611-9F24-06A6-B382-90E51E18C19F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88C7120-2857-8BE0-0ADB-383C04314C1F}"/>
              </a:ext>
            </a:extLst>
          </p:cNvPr>
          <p:cNvSpPr txBox="1"/>
          <p:nvPr/>
        </p:nvSpPr>
        <p:spPr>
          <a:xfrm>
            <a:off x="3454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D4ED8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0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D4386A-9ADD-1BB7-7109-5E37CDCFC3DD}"/>
              </a:ext>
            </a:extLst>
          </p:cNvPr>
          <p:cNvSpPr txBox="1"/>
          <p:nvPr/>
        </p:nvSpPr>
        <p:spPr>
          <a:xfrm>
            <a:off x="3454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C90A301-14A4-D769-38E1-C6DE587515FB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CEEB47-51D9-32B7-A34A-CAEEF2FC677D}"/>
              </a:ext>
            </a:extLst>
          </p:cNvPr>
          <p:cNvSpPr txBox="1"/>
          <p:nvPr/>
        </p:nvSpPr>
        <p:spPr>
          <a:xfrm>
            <a:off x="5740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59E0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0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84440D4-1495-DB61-C9B3-54DEF38BCC25}"/>
              </a:ext>
            </a:extLst>
          </p:cNvPr>
          <p:cNvSpPr txBox="1"/>
          <p:nvPr/>
        </p:nvSpPr>
        <p:spPr>
          <a:xfrm>
            <a:off x="5740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A485CFE-0DAE-250D-EE0A-BE59E7D9DEEA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91E7007-DA62-79D7-DEE3-A1D8685A7EC4}"/>
              </a:ext>
            </a:extLst>
          </p:cNvPr>
          <p:cNvSpPr txBox="1"/>
          <p:nvPr/>
        </p:nvSpPr>
        <p:spPr>
          <a:xfrm>
            <a:off x="8026400" y="5537200"/>
            <a:ext cx="1625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EA580C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000" b="1">
              <a:solidFill>
                <a:srgbClr val="EA580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493588-A5F7-CE72-EC84-ECB1EB86CE87}"/>
              </a:ext>
            </a:extLst>
          </p:cNvPr>
          <p:cNvSpPr txBox="1"/>
          <p:nvPr/>
        </p:nvSpPr>
        <p:spPr>
          <a:xfrm>
            <a:off x="8026400" y="5981700"/>
            <a:ext cx="162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7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90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117B26-0B96-0817-49DB-B296116313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3670D1-8F02-7805-780D-139E96D1BE7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B4D24-3713-9A02-D68B-B901AAD98655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48108-93B1-71BF-0A2A-64693B517E56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152712-DC09-78A3-5407-4C11BDC1C764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CDB182-2A66-948B-7C10-AD86B721E598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A31FE76-A6D5-6CDE-0DB2-4BACA7A1FC60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7660E6-4076-A3C4-CA7D-E8C3E7D3BB7E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46CF6B-CB43-D4A9-DAB7-71B4BBE13B16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274107-4DCA-2C34-B65E-BEA5F6A85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4857DE-2BD0-6059-DE19-E7CFEFE042FF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41591F5-26A1-AF63-6577-E98DCA130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A87E5F7-29F1-7C96-343B-8472BFCCDD50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66C9C2-44CD-B3B0-C154-1F90E32B277E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1AEFFB-5E4A-3611-3078-2BC57B02C071}"/>
              </a:ext>
            </a:extLst>
          </p:cNvPr>
          <p:cNvSpPr txBox="1"/>
          <p:nvPr/>
        </p:nvSpPr>
        <p:spPr>
          <a:xfrm>
            <a:off x="1206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56EB8C-C58E-EAD5-92F7-3EA4F3B59D27}"/>
              </a:ext>
            </a:extLst>
          </p:cNvPr>
          <p:cNvSpPr txBox="1"/>
          <p:nvPr/>
        </p:nvSpPr>
        <p:spPr>
          <a:xfrm>
            <a:off x="1206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AE2ACCE-7309-EA2C-B0BD-18E1E9E2D016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8E529D-5DC0-2047-B9BD-07CFD2FB86A3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DCAF46-E845-F524-9537-74A3D7D9A060}"/>
              </a:ext>
            </a:extLst>
          </p:cNvPr>
          <p:cNvSpPr txBox="1"/>
          <p:nvPr/>
        </p:nvSpPr>
        <p:spPr>
          <a:xfrm>
            <a:off x="6794500" y="55880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34A477-0CD8-9AF1-47DC-16EAE3772E89}"/>
              </a:ext>
            </a:extLst>
          </p:cNvPr>
          <p:cNvSpPr txBox="1"/>
          <p:nvPr/>
        </p:nvSpPr>
        <p:spPr>
          <a:xfrm>
            <a:off x="6794500" y="59055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3069767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823850-2243-301F-6284-51FA58DF42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FA176E-E110-C2E1-7C69-2A6E0B95CD6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B4605B-CE30-BD69-784B-01EC4EF65597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627AB-0684-4255-5A35-02071E405562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733F53-8883-D267-A306-C58CB7BFF24F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6656ACB-9DAC-95B2-5B77-6928ADB88990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F74C5C6-ED13-E1ED-C311-DC2E004FBA07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FCA2A6-2D35-E379-51D8-79BA33C73CC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1EB265-CC5E-F43E-3A51-DC00598FC8CB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E661E52-7436-ADF2-D4C6-7DBABBB9E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CE7AC0D-1D2A-4625-78DF-DAB93E3AFC19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1945F65-0A6E-33F0-0E7E-D74C01C6B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AF67BE0-CD2D-A98F-62BA-EE22D62E3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9806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79692162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98453201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99931558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08487739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61490455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244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216197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2292797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809647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980189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32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B8F44D-1AFF-03FE-FBB2-165DFEC65A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11CB96-20EE-C6E2-1FAE-DA7B585E2B2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8BB7E3-DE84-A89A-1F03-D71A16339C3A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C315A1-70EF-82A3-E9F5-410F57ED658C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00FF46-6C43-B335-0FC3-BB29771CE646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3E6BF04-09E2-15B8-B65E-74C246905444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CEFC5D3-31E0-CE58-A8BE-DFF607D3258E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B7BA87-63D4-DC1E-5B45-991218B098F7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80E1D57-966F-56A5-1F01-026C8846E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709968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238233978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999694843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427216706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069845048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10082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78315670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6500874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13744359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0071209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306032670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D00E7A6-6ED2-5767-1483-A21D59A825F8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BDB366-9C88-4934-CBD4-7481EC926984}"/>
              </a:ext>
            </a:extLst>
          </p:cNvPr>
          <p:cNvSpPr txBox="1"/>
          <p:nvPr/>
        </p:nvSpPr>
        <p:spPr>
          <a:xfrm>
            <a:off x="1397000" y="5664200"/>
            <a:ext cx="939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3668015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AF136F-4C1C-B692-FDE2-96CBDF1423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54BCB3-A61E-401D-889D-7F8A601E486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DCF3E9-A41A-0F98-7268-8A5803A55EE7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2EE38D-18CE-FB8E-8CDE-7B54EF4DDCE8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6D3D74-9B6F-7F92-9806-3B1E83471210}"/>
              </a:ext>
            </a:extLst>
          </p:cNvPr>
          <p:cNvSpPr txBox="1"/>
          <p:nvPr/>
        </p:nvSpPr>
        <p:spPr>
          <a:xfrm>
            <a:off x="533400" y="533400"/>
            <a:ext cx="8255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B1220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18C33FE-020F-D1F6-6D44-C21F48825635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77F088B-22AD-D65E-96D3-7203ECF078CE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AC23A7-B8E2-5FC4-22E2-1C6CB1E4864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90F8C6F-792A-2705-8802-3A6ED07CA609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78A63A-F191-E7C7-0486-2074309A7511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00DFC0-D768-A73A-EB72-439EF492513F}"/>
              </a:ext>
            </a:extLst>
          </p:cNvPr>
          <p:cNvSpPr txBox="1"/>
          <p:nvPr/>
        </p:nvSpPr>
        <p:spPr>
          <a:xfrm>
            <a:off x="1079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CF0AF2-C435-A0BA-C892-4DE22686718F}"/>
              </a:ext>
            </a:extLst>
          </p:cNvPr>
          <p:cNvSpPr txBox="1"/>
          <p:nvPr/>
        </p:nvSpPr>
        <p:spPr>
          <a:xfrm>
            <a:off x="1079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F0BD1C7-DAFC-4AFC-4FCE-8504CBA33440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8EF580-58F9-21A8-EF65-F3337E4BC437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C2BE1E-C715-5B8D-5433-4678E295EF07}"/>
              </a:ext>
            </a:extLst>
          </p:cNvPr>
          <p:cNvSpPr txBox="1"/>
          <p:nvPr/>
        </p:nvSpPr>
        <p:spPr>
          <a:xfrm>
            <a:off x="4762500" y="1651000"/>
            <a:ext cx="2806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BE82A5-D713-755F-2730-B8CDDDD7F41F}"/>
              </a:ext>
            </a:extLst>
          </p:cNvPr>
          <p:cNvSpPr txBox="1"/>
          <p:nvPr/>
        </p:nvSpPr>
        <p:spPr>
          <a:xfrm>
            <a:off x="4762500" y="1968500"/>
            <a:ext cx="2806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EE9D11-BB77-13E4-90D4-6E1339CC41BA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BC282A-0CD3-6A32-2A74-DDE21E97A53A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95B7FF-59EE-44A4-6AEA-FF17B1B4C22E}"/>
              </a:ext>
            </a:extLst>
          </p:cNvPr>
          <p:cNvSpPr txBox="1"/>
          <p:nvPr/>
        </p:nvSpPr>
        <p:spPr>
          <a:xfrm>
            <a:off x="8445500" y="1651000"/>
            <a:ext cx="2552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1FECBE-504B-60D1-0946-C37D6BE31E2C}"/>
              </a:ext>
            </a:extLst>
          </p:cNvPr>
          <p:cNvSpPr txBox="1"/>
          <p:nvPr/>
        </p:nvSpPr>
        <p:spPr>
          <a:xfrm>
            <a:off x="8445500" y="1968500"/>
            <a:ext cx="25527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66A97E9-2E38-5BC5-B595-0153A62794ED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DB73D3-395B-25B5-B497-3A15E37E490C}"/>
              </a:ext>
            </a:extLst>
          </p:cNvPr>
          <p:cNvSpPr txBox="1"/>
          <p:nvPr/>
        </p:nvSpPr>
        <p:spPr>
          <a:xfrm>
            <a:off x="1587500" y="4140200"/>
            <a:ext cx="9017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898B17-9670-D67B-E336-B5CE8D9F9506}"/>
              </a:ext>
            </a:extLst>
          </p:cNvPr>
          <p:cNvSpPr txBox="1"/>
          <p:nvPr/>
        </p:nvSpPr>
        <p:spPr>
          <a:xfrm>
            <a:off x="1524000" y="5334000"/>
            <a:ext cx="9144000" cy="18979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</p:txBody>
      </p:sp>
    </p:spTree>
    <p:extLst>
      <p:ext uri="{BB962C8B-B14F-4D97-AF65-F5344CB8AC3E}">
        <p14:creationId xmlns:p14="http://schemas.microsoft.com/office/powerpoint/2010/main" val="3483822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FC362D-D343-D2B0-3369-464EF35D6B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BE29A-6724-D319-9560-39E68BB5A4CD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204BF8-CE90-FE16-63CB-382E61D268C4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926520-7084-EBA9-045E-0B896AB42DB6}"/>
              </a:ext>
            </a:extLst>
          </p:cNvPr>
          <p:cNvSpPr txBox="1"/>
          <p:nvPr/>
        </p:nvSpPr>
        <p:spPr>
          <a:xfrm>
            <a:off x="889000" y="2514600"/>
            <a:ext cx="3810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56C248-2FDE-8F4C-A330-A0613AD4A873}"/>
              </a:ext>
            </a:extLst>
          </p:cNvPr>
          <p:cNvSpPr txBox="1"/>
          <p:nvPr/>
        </p:nvSpPr>
        <p:spPr>
          <a:xfrm>
            <a:off x="939800" y="3492500"/>
            <a:ext cx="558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DF2DA3D-DBD5-C572-DFFC-B51944C806FF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44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2303</Words>
  <Application>Microsoft Office PowerPoint</Application>
  <PresentationFormat>自定义</PresentationFormat>
  <Paragraphs>499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2026-06-16T16:20:11Z</dcterms:created>
  <dcterms:modified xsi:type="dcterms:W3CDTF">2026-06-16T16:20:36Z</dcterms:modified>
</cp:coreProperties>
</file>