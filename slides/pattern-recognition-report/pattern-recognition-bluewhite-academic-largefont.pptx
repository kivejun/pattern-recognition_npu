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07C62-6C17-1B5A-9803-72507AE0F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4B4943-DD7E-1C1C-2AFA-4CD4B11D3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D3C43-C2B7-0209-B4E7-A1A632EB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16FF3-2483-50E5-514B-64D88DB0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D3315-1A15-5AC7-B32A-CC95FD6B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55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E6E1C-E1B9-EB20-8531-EBA0A41A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0A6FE-CB7E-42C8-5708-948F8D12C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C8B8C-E0F2-6F15-58D6-510F9376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C33A9C-66B2-440E-67EB-8FE8CB8A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4403D-AE94-723A-A5D4-7E7825B5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9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E8761-CBA8-B82A-BA60-9709BAAD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146274-F670-342B-1249-BE3F8B742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ACCEB-8936-C114-72CC-C4A8C99FA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FFFA0-669E-C821-E0CD-703764D1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41476-ED64-5523-9541-28070019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65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07C67-F262-3C79-3740-667E7BCE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686E9-E869-9EC8-F514-D38E79169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1CDA27-12D8-0A89-D41F-1242447A8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CBF3FC-A880-C588-B9FB-D7E23B42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1BD98D-3DB4-6FFE-EC6B-70A08702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FE5848-B86B-5CBC-D2A3-28B4AD1A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66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16071-BF02-272B-3512-CF3B08C8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A4CEA0-FB45-CE42-7FB7-06D1D5E5E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EFC1-9F17-4BF8-58E8-FEA02155B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AE4BCF-C148-7440-03D7-7AA492270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11185-AA4F-767A-FD2F-F67030184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E2D9E7-CAF0-EB6A-07C3-52417A74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44F888-ADF2-2EB9-D117-6D63905D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BF7B97-21B9-0701-37B1-039CFD6B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06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C37FD-AA30-2619-0076-56530568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D6ECEA-FF41-ACA6-C31F-95C03D92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4626E9-8DB7-DE58-6E34-09BE263C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85AC13-82F4-1CFD-5B06-C05B351F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74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DCE5D9-F128-82AB-220B-ACB146E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A5A667-55B5-0325-D1E8-1FFDBE62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4FEE94-FA30-2837-C8E0-84862BB1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5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4FAFC-3637-ED3B-A8F4-2DE36E33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457A5-3263-F196-4B24-3BCE4169C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23125A-31FB-A470-BC2D-E6D7867E3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441A4C-9C08-95B3-B2C3-C0FE1F0F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FFF4F-C3DC-5AB8-CC54-CE919566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BBF43A-2BCF-17B1-3226-E18C5D6A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07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D2C0A-77BA-4932-B125-7A3C4850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99CDE2-3C5F-2B73-F903-25532077E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CA3622-275B-6A30-69A2-F7F11372C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144A8-61ED-19B1-C385-78C282CD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F81680-A5E9-A010-1175-B62D34CF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F08E14-E94F-2615-3E89-A8BEF0E9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65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49C08-5ADD-9E92-ADC7-D4D8344F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71AD9C-EEE5-BCF5-7389-88CCA5C3E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DD564-A8D0-66A6-1220-A94EC2C9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2A8D2-A2E9-89D7-9EE7-7BBA275C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C6798-57FB-4D72-2255-C277AED9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42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6CA699-245E-EE3C-09F7-57EEB8B97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5FFD8F-2108-6BF1-D63A-7B4809D4B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CAC16-71BB-FC45-C47D-9CEE4261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737A1-5553-3BB2-E31D-F547CEAB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A84E2-6A58-6F1B-4952-26B1F7D2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3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940D30-BB21-1F14-8149-B2CE708C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39C67-A78B-8902-A0FD-839BFE615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964BA-AFE4-957F-1245-BFB876ECF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91952-63BB-4770-A82C-415E0C9746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EED42-BEC5-E27E-12A8-F7225ED28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6A94D9-ACCA-F45B-0DF6-CFE2095B4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E6126-066A-4CE5-91B9-677AB9A4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48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5F4ECF-E155-4373-06B0-29462EB730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D5DB91F-2C6F-DB2F-DDE2-D9A3D05BFE9D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1049C7F-07A3-DB68-F59E-1381388D8DFB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0E0030-8D7D-A613-2878-79BA9FB8EBE9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A90655-A566-96B8-BF09-72D14A1CFEA9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92A89A-CD96-F586-426B-A41189001E14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BF0F05-085A-A993-D660-78B4318DDFDD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40849B-9C39-DDA2-0996-A5B126B92DAA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8022D5-1B2B-C841-41A6-5893BFF199D7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ED486C-4D38-6FA3-46CD-67F886DEE597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CF5D86C-09E5-EAA4-4B75-97ADACB6E845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982176-698B-D8AB-F20F-46B90A6AE4D8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D1ABB0-BE25-B94F-629C-9E6224DB7F93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DB738E-2797-59D1-EA8B-2A6A1E2674C0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85887D2-F9FD-318C-BC4E-290E13BB3923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4B3B2D-CB96-7C32-B684-5FBBD030253A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696E41-0AF2-6DC3-D4AC-AFDD43ED84BB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D6D744-1470-F484-27FE-FF6A7CC0CE3B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419228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155E44-536C-3ACB-4D28-F065F7C13A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9DAA2F-8142-27F5-C949-2FB09099D6F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D8D691F-087F-3396-1182-9E9AD84D4F5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B33D46B-A2FA-2CE1-79D4-B1621C611B8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3C26BA-D102-4B3A-0375-591908C09AC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68B40C-0863-ABB7-20F7-4B2371FD938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F5D02F5-BC57-AF11-5977-4A30DD9A767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8723130-8AFB-BC85-5F11-64FF53D9148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BDBFD1-D9F3-A36B-C1D3-8B15A1E320A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3D9FF7-EBF6-B75A-A0F7-A0C7A71022CB}"/>
              </a:ext>
            </a:extLst>
          </p:cNvPr>
          <p:cNvSpPr/>
          <p:nvPr/>
        </p:nvSpPr>
        <p:spPr>
          <a:xfrm>
            <a:off x="7112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94C999-09A8-C4FA-3928-5F804A03E892}"/>
              </a:ext>
            </a:extLst>
          </p:cNvPr>
          <p:cNvSpPr/>
          <p:nvPr/>
        </p:nvSpPr>
        <p:spPr>
          <a:xfrm>
            <a:off x="711200" y="1498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68C635-C65D-C8BB-BAEB-6FB224B1E983}"/>
              </a:ext>
            </a:extLst>
          </p:cNvPr>
          <p:cNvSpPr txBox="1"/>
          <p:nvPr/>
        </p:nvSpPr>
        <p:spPr>
          <a:xfrm>
            <a:off x="901700" y="16256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3D4979-9857-E20C-E2EC-85F9C1720714}"/>
              </a:ext>
            </a:extLst>
          </p:cNvPr>
          <p:cNvSpPr txBox="1"/>
          <p:nvPr/>
        </p:nvSpPr>
        <p:spPr>
          <a:xfrm>
            <a:off x="901700" y="19431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FE819CD-405F-7DD8-BC18-374D3EFF6057}"/>
              </a:ext>
            </a:extLst>
          </p:cNvPr>
          <p:cNvSpPr/>
          <p:nvPr/>
        </p:nvSpPr>
        <p:spPr>
          <a:xfrm>
            <a:off x="29718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376796-A293-9B5C-64F2-9E0206B5062C}"/>
              </a:ext>
            </a:extLst>
          </p:cNvPr>
          <p:cNvSpPr/>
          <p:nvPr/>
        </p:nvSpPr>
        <p:spPr>
          <a:xfrm>
            <a:off x="2971800" y="1498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FF44C5-28FB-C4DA-6C3E-5BD38D99768E}"/>
              </a:ext>
            </a:extLst>
          </p:cNvPr>
          <p:cNvSpPr txBox="1"/>
          <p:nvPr/>
        </p:nvSpPr>
        <p:spPr>
          <a:xfrm>
            <a:off x="3162300" y="16256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C6BF40-01CB-3C94-E1A2-F4A8E64A4E9B}"/>
              </a:ext>
            </a:extLst>
          </p:cNvPr>
          <p:cNvSpPr txBox="1"/>
          <p:nvPr/>
        </p:nvSpPr>
        <p:spPr>
          <a:xfrm>
            <a:off x="3162300" y="19431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0E92AFE-48E6-339E-E318-135C3EFBAE8C}"/>
              </a:ext>
            </a:extLst>
          </p:cNvPr>
          <p:cNvSpPr/>
          <p:nvPr/>
        </p:nvSpPr>
        <p:spPr>
          <a:xfrm>
            <a:off x="52324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5902D3-87ED-F5CA-EBCF-8A04BE4C0C38}"/>
              </a:ext>
            </a:extLst>
          </p:cNvPr>
          <p:cNvSpPr/>
          <p:nvPr/>
        </p:nvSpPr>
        <p:spPr>
          <a:xfrm>
            <a:off x="5232400" y="1498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EA8085-324D-D708-1CF3-B85FD5F428A7}"/>
              </a:ext>
            </a:extLst>
          </p:cNvPr>
          <p:cNvSpPr txBox="1"/>
          <p:nvPr/>
        </p:nvSpPr>
        <p:spPr>
          <a:xfrm>
            <a:off x="5422900" y="16256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8EB8B2-6B19-10D5-EF73-CB257B4A4691}"/>
              </a:ext>
            </a:extLst>
          </p:cNvPr>
          <p:cNvSpPr txBox="1"/>
          <p:nvPr/>
        </p:nvSpPr>
        <p:spPr>
          <a:xfrm>
            <a:off x="5422900" y="19431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3241AEA-B57D-C9ED-BA8A-B95AA3D33265}"/>
              </a:ext>
            </a:extLst>
          </p:cNvPr>
          <p:cNvSpPr/>
          <p:nvPr/>
        </p:nvSpPr>
        <p:spPr>
          <a:xfrm>
            <a:off x="74930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22397F-3324-E2AE-C585-7EF018D8A563}"/>
              </a:ext>
            </a:extLst>
          </p:cNvPr>
          <p:cNvSpPr/>
          <p:nvPr/>
        </p:nvSpPr>
        <p:spPr>
          <a:xfrm>
            <a:off x="7493000" y="1498600"/>
            <a:ext cx="76200" cy="10922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40EDE89-64F0-80FA-3CAF-F13DC3900A57}"/>
              </a:ext>
            </a:extLst>
          </p:cNvPr>
          <p:cNvSpPr txBox="1"/>
          <p:nvPr/>
        </p:nvSpPr>
        <p:spPr>
          <a:xfrm>
            <a:off x="7683500" y="16256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57373EC-C283-0FE4-79A8-4FB230244493}"/>
              </a:ext>
            </a:extLst>
          </p:cNvPr>
          <p:cNvSpPr txBox="1"/>
          <p:nvPr/>
        </p:nvSpPr>
        <p:spPr>
          <a:xfrm>
            <a:off x="7683500" y="19431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122D885-1B9A-772B-913D-0BA39CB7956D}"/>
              </a:ext>
            </a:extLst>
          </p:cNvPr>
          <p:cNvSpPr/>
          <p:nvPr/>
        </p:nvSpPr>
        <p:spPr>
          <a:xfrm>
            <a:off x="97536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FB484B-87CF-7225-8216-7A5D6C2F3830}"/>
              </a:ext>
            </a:extLst>
          </p:cNvPr>
          <p:cNvSpPr/>
          <p:nvPr/>
        </p:nvSpPr>
        <p:spPr>
          <a:xfrm>
            <a:off x="9753600" y="1498600"/>
            <a:ext cx="76200" cy="10922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BD602E4-829B-53ED-0C1C-3FFE2A10E89E}"/>
              </a:ext>
            </a:extLst>
          </p:cNvPr>
          <p:cNvSpPr txBox="1"/>
          <p:nvPr/>
        </p:nvSpPr>
        <p:spPr>
          <a:xfrm>
            <a:off x="9944100" y="16256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C68F56-6058-EF9B-8C14-DAFFCAC7017C}"/>
              </a:ext>
            </a:extLst>
          </p:cNvPr>
          <p:cNvSpPr txBox="1"/>
          <p:nvPr/>
        </p:nvSpPr>
        <p:spPr>
          <a:xfrm>
            <a:off x="9944100" y="19431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B2CD934-CC30-234F-79E0-57EDDEE7B279}"/>
              </a:ext>
            </a:extLst>
          </p:cNvPr>
          <p:cNvSpPr/>
          <p:nvPr/>
        </p:nvSpPr>
        <p:spPr>
          <a:xfrm>
            <a:off x="9652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F47F08F-5DD4-13D7-19D6-96757FECBEAE}"/>
              </a:ext>
            </a:extLst>
          </p:cNvPr>
          <p:cNvSpPr/>
          <p:nvPr/>
        </p:nvSpPr>
        <p:spPr>
          <a:xfrm>
            <a:off x="965200" y="3810000"/>
            <a:ext cx="76200" cy="990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B440AA-5D14-A4E6-C652-F99E86D1AE1F}"/>
              </a:ext>
            </a:extLst>
          </p:cNvPr>
          <p:cNvSpPr txBox="1"/>
          <p:nvPr/>
        </p:nvSpPr>
        <p:spPr>
          <a:xfrm>
            <a:off x="1155700" y="39370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DD7695-49A2-B337-1B33-9D7C8BA97898}"/>
              </a:ext>
            </a:extLst>
          </p:cNvPr>
          <p:cNvSpPr txBox="1"/>
          <p:nvPr/>
        </p:nvSpPr>
        <p:spPr>
          <a:xfrm>
            <a:off x="1155700" y="42545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FBADD1F-88C4-7F59-61CB-C8B0B042AFFB}"/>
              </a:ext>
            </a:extLst>
          </p:cNvPr>
          <p:cNvSpPr/>
          <p:nvPr/>
        </p:nvSpPr>
        <p:spPr>
          <a:xfrm>
            <a:off x="35306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6375CB-7158-5151-71A1-8B84C97CE43C}"/>
              </a:ext>
            </a:extLst>
          </p:cNvPr>
          <p:cNvSpPr/>
          <p:nvPr/>
        </p:nvSpPr>
        <p:spPr>
          <a:xfrm>
            <a:off x="3530600" y="3810000"/>
            <a:ext cx="76200" cy="990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47C61E-932E-976F-2BBE-7953CCE5E797}"/>
              </a:ext>
            </a:extLst>
          </p:cNvPr>
          <p:cNvSpPr txBox="1"/>
          <p:nvPr/>
        </p:nvSpPr>
        <p:spPr>
          <a:xfrm>
            <a:off x="3721100" y="39370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67C2CF-6E85-2093-4B53-AC45F78F5779}"/>
              </a:ext>
            </a:extLst>
          </p:cNvPr>
          <p:cNvSpPr txBox="1"/>
          <p:nvPr/>
        </p:nvSpPr>
        <p:spPr>
          <a:xfrm>
            <a:off x="3721100" y="4254500"/>
            <a:ext cx="1854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BA1C64F-7A62-2179-92D3-3E2E59F8DCB8}"/>
              </a:ext>
            </a:extLst>
          </p:cNvPr>
          <p:cNvSpPr/>
          <p:nvPr/>
        </p:nvSpPr>
        <p:spPr>
          <a:xfrm>
            <a:off x="60960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6B13E58-F990-7A1D-4EA4-BF8A76D498F9}"/>
              </a:ext>
            </a:extLst>
          </p:cNvPr>
          <p:cNvSpPr/>
          <p:nvPr/>
        </p:nvSpPr>
        <p:spPr>
          <a:xfrm>
            <a:off x="6096000" y="3810000"/>
            <a:ext cx="76200" cy="990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0969D23-FCD5-C3C4-6A03-706D1908B74F}"/>
              </a:ext>
            </a:extLst>
          </p:cNvPr>
          <p:cNvSpPr txBox="1"/>
          <p:nvPr/>
        </p:nvSpPr>
        <p:spPr>
          <a:xfrm>
            <a:off x="6286500" y="39370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921E350-1C90-72F9-490C-FFDB9147CC46}"/>
              </a:ext>
            </a:extLst>
          </p:cNvPr>
          <p:cNvSpPr txBox="1"/>
          <p:nvPr/>
        </p:nvSpPr>
        <p:spPr>
          <a:xfrm>
            <a:off x="6286500" y="4254500"/>
            <a:ext cx="1854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501E2E4-1543-2B96-E8A8-4ABB245CA9D8}"/>
              </a:ext>
            </a:extLst>
          </p:cNvPr>
          <p:cNvSpPr/>
          <p:nvPr/>
        </p:nvSpPr>
        <p:spPr>
          <a:xfrm>
            <a:off x="86614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CDBE572-D3CA-9E7D-44AD-C2DC7599865D}"/>
              </a:ext>
            </a:extLst>
          </p:cNvPr>
          <p:cNvSpPr/>
          <p:nvPr/>
        </p:nvSpPr>
        <p:spPr>
          <a:xfrm>
            <a:off x="8661400" y="3810000"/>
            <a:ext cx="76200" cy="9906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535D7E3-78AB-4549-A758-E3F5FEDF0E8F}"/>
              </a:ext>
            </a:extLst>
          </p:cNvPr>
          <p:cNvSpPr txBox="1"/>
          <p:nvPr/>
        </p:nvSpPr>
        <p:spPr>
          <a:xfrm>
            <a:off x="8851900" y="39370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5D2E15-DFCF-8A94-094B-F470DDB5D212}"/>
              </a:ext>
            </a:extLst>
          </p:cNvPr>
          <p:cNvSpPr txBox="1"/>
          <p:nvPr/>
        </p:nvSpPr>
        <p:spPr>
          <a:xfrm>
            <a:off x="8851900" y="42545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273298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85E11A-7AAD-2B9C-6D8D-52C48FA281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CA8F31-C0CC-B8A1-2CF1-23E05D40C80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5D3AA60-8C1B-2E14-B27F-F06FA7A2A7E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7D4EAFC-FBD2-39EC-4154-A5A91931FC9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3FF06C-2965-3612-EBB4-9EFAB3CB503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77F5D6-C140-9EBF-C9F2-B02B3CAE8C7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FEBDDD-BF3C-F709-DEC2-83A305729AE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5BD92F1-E761-CE1A-2E76-13A21901403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BB937-AAF6-7D8B-640F-F3529FE7E19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87FB5DE-0F5A-F70C-8AF5-3FEF1BA62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63015"/>
              </p:ext>
            </p:extLst>
          </p:nvPr>
        </p:nvGraphicFramePr>
        <p:xfrm>
          <a:off x="736600" y="1333500"/>
          <a:ext cx="5778501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495821211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474050867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604982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44108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76472953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469982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68700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83FBCBA-FA7C-E081-A176-1304668EC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502509"/>
              </p:ext>
            </p:extLst>
          </p:nvPr>
        </p:nvGraphicFramePr>
        <p:xfrm>
          <a:off x="6921500" y="1333500"/>
          <a:ext cx="4445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77608617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158197629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08464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33845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0267003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934053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716005852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1C0189-C8CE-0C26-695A-F7F9EE609564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A7971E-C27F-3688-B5C3-009180399793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FFC6D3-0F4D-C6E6-A176-3A8266B91EFD}"/>
              </a:ext>
            </a:extLst>
          </p:cNvPr>
          <p:cNvSpPr txBox="1"/>
          <p:nvPr/>
        </p:nvSpPr>
        <p:spPr>
          <a:xfrm>
            <a:off x="114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1F4E9EF-4C1A-2492-24AE-3A19247FB9FC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D549D1-3C28-186B-49AE-EA259A31677A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1F4B8C-5DB0-3274-4279-69B4ABF97194}"/>
              </a:ext>
            </a:extLst>
          </p:cNvPr>
          <p:cNvSpPr txBox="1"/>
          <p:nvPr/>
        </p:nvSpPr>
        <p:spPr>
          <a:xfrm>
            <a:off x="368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5FA9AB0-A80D-88BA-441F-6822D7DAFFD3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E9814D-C0E8-69A7-CDF9-F13161401281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92FA3F-8E5C-A0C1-3930-079508E397CC}"/>
              </a:ext>
            </a:extLst>
          </p:cNvPr>
          <p:cNvSpPr txBox="1"/>
          <p:nvPr/>
        </p:nvSpPr>
        <p:spPr>
          <a:xfrm>
            <a:off x="622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B7440E9-C78E-C6C0-A31E-AC5945E9667B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8AB150-D119-CD39-2E97-A60AB7DAF302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273F1B-EEB3-ECD7-972E-3C00B9E9D881}"/>
              </a:ext>
            </a:extLst>
          </p:cNvPr>
          <p:cNvSpPr txBox="1"/>
          <p:nvPr/>
        </p:nvSpPr>
        <p:spPr>
          <a:xfrm>
            <a:off x="876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2313560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8BF42F-78F9-F35C-35A0-3958B84048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2EB260B-F493-5BEC-74DD-175539432D05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4C473B-000B-6EB9-601E-E2C3F304D530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937ABC-8BF0-CD20-F916-AC3422E4338C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4FA84D-38D3-9884-9134-5DF9197A9251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792948-ADAF-3756-477D-EBF9CE152994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4DB497B-3465-0B27-F769-456D408288B6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19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079E30-5E2A-5417-272A-525E9242DF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FE2212-3CC7-12CB-29BF-E3778DAF348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F34F5A5-ED96-37F1-CCBF-40EE525FB53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68A62FC-F15D-7A3E-AC25-1BA9E51E063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732FCE-12DE-7C48-E5B4-1ABE1A29BC9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FBF536-F769-0603-C8EA-062AA0E2478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F2DA55-136A-41EA-8656-3BD5F2D408B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A1CB98E-DE26-B202-0006-3F27D24C146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83EB4D-A295-5504-FDEC-824F1D2AA29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F1AD6FF-B027-D261-3C44-4F267D91B07E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CC5A68-20B9-2E76-375F-FCAC388C2643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D181B4-67B2-726B-627A-883F6B3B31DF}"/>
              </a:ext>
            </a:extLst>
          </p:cNvPr>
          <p:cNvSpPr txBox="1"/>
          <p:nvPr/>
        </p:nvSpPr>
        <p:spPr>
          <a:xfrm>
            <a:off x="927100" y="1498600"/>
            <a:ext cx="299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0CAD6-4CD8-014B-785D-4C2E0FEE12A7}"/>
              </a:ext>
            </a:extLst>
          </p:cNvPr>
          <p:cNvSpPr txBox="1"/>
          <p:nvPr/>
        </p:nvSpPr>
        <p:spPr>
          <a:xfrm>
            <a:off x="927100" y="1816100"/>
            <a:ext cx="2997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P(ωi|x)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最大的类别，本质是把观测特征映射到类别后验。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BEC49AA-07CE-179E-C66F-E2393585B3C6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D1FC75-BE84-FDD5-777F-D491FFDE4776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9084E2-DD87-D0D2-9F69-AC996F75641E}"/>
              </a:ext>
            </a:extLst>
          </p:cNvPr>
          <p:cNvSpPr txBox="1"/>
          <p:nvPr/>
        </p:nvSpPr>
        <p:spPr>
          <a:xfrm>
            <a:off x="4635500" y="1498600"/>
            <a:ext cx="299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5A06F2-D91B-DCB5-F3E8-93D690300A9D}"/>
              </a:ext>
            </a:extLst>
          </p:cNvPr>
          <p:cNvSpPr txBox="1"/>
          <p:nvPr/>
        </p:nvSpPr>
        <p:spPr>
          <a:xfrm>
            <a:off x="4635500" y="1816100"/>
            <a:ext cx="2997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A9E896F-C545-D641-D22A-6F7A1C2679DD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D31895-283A-CEB0-011D-FC88C4DAB42E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2724B2-E890-5AC2-BBB6-377D409F249A}"/>
              </a:ext>
            </a:extLst>
          </p:cNvPr>
          <p:cNvSpPr txBox="1"/>
          <p:nvPr/>
        </p:nvSpPr>
        <p:spPr>
          <a:xfrm>
            <a:off x="8343900" y="1498600"/>
            <a:ext cx="261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6A0D1F-5B19-0A2E-0844-CB7153D2544F}"/>
              </a:ext>
            </a:extLst>
          </p:cNvPr>
          <p:cNvSpPr txBox="1"/>
          <p:nvPr/>
        </p:nvSpPr>
        <p:spPr>
          <a:xfrm>
            <a:off x="8343900" y="1816100"/>
            <a:ext cx="2616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427167-1653-4AEA-9A61-0B8DD90A1D26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AE6D12-AD5E-B54F-7F7A-5D72BB7545A5}"/>
              </a:ext>
            </a:extLst>
          </p:cNvPr>
          <p:cNvSpPr txBox="1"/>
          <p:nvPr/>
        </p:nvSpPr>
        <p:spPr>
          <a:xfrm>
            <a:off x="1270000" y="3632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g_i(x) = -1/2 ln|Σ_i| - 1/2(x-μ_i)^TΣ_i^{-1}(x-μ_i) + ln P(ω_i)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D82E8D-C187-FB12-5808-F637FEFD488F}"/>
              </a:ext>
            </a:extLst>
          </p:cNvPr>
          <p:cNvSpPr txBox="1"/>
          <p:nvPr/>
        </p:nvSpPr>
        <p:spPr>
          <a:xfrm>
            <a:off x="1016000" y="4851400"/>
            <a:ext cx="9906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209315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950253E-7A53-3B1B-C9F2-5FE234D4A0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031AF6-7F6D-3017-DBEE-EE809989F4E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436E10E-0BC2-64F5-97B6-3AD1CE1DA4D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A4CED26-9BEC-F7C6-15B6-3C409B5B4D0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38F44A-A1BE-FA51-F235-7D8D3D8C2BC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EA26C1-617B-6E00-8C74-B5465E6F707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B32F964-1134-741B-54C3-92121E7FAB6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AE03B42-3513-8D54-EC9C-0FEB615AE2B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A0B41D-A706-DEF1-682B-B9D64F8367C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BD911DA-73B1-B015-4DB6-728F5EA2C0CE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420E79-65CC-5E99-B778-8213C333F4D1}"/>
              </a:ext>
            </a:extLst>
          </p:cNvPr>
          <p:cNvSpPr txBox="1"/>
          <p:nvPr/>
        </p:nvSpPr>
        <p:spPr>
          <a:xfrm>
            <a:off x="901700" y="1587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C16A2-F427-1665-5929-0E482D9D2639}"/>
              </a:ext>
            </a:extLst>
          </p:cNvPr>
          <p:cNvSpPr txBox="1"/>
          <p:nvPr/>
        </p:nvSpPr>
        <p:spPr>
          <a:xfrm>
            <a:off x="1422400" y="14859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25117C-708C-F4E7-737A-48E4506F131A}"/>
              </a:ext>
            </a:extLst>
          </p:cNvPr>
          <p:cNvSpPr txBox="1"/>
          <p:nvPr/>
        </p:nvSpPr>
        <p:spPr>
          <a:xfrm>
            <a:off x="1422400" y="17526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4A85AA9-570C-D844-78E3-36BBFCBDD8E3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F58EFC-758A-C883-4640-990B7EA7ADBC}"/>
              </a:ext>
            </a:extLst>
          </p:cNvPr>
          <p:cNvSpPr txBox="1"/>
          <p:nvPr/>
        </p:nvSpPr>
        <p:spPr>
          <a:xfrm>
            <a:off x="901700" y="2603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86C355-EB70-1384-1253-A5CEA22F7526}"/>
              </a:ext>
            </a:extLst>
          </p:cNvPr>
          <p:cNvSpPr txBox="1"/>
          <p:nvPr/>
        </p:nvSpPr>
        <p:spPr>
          <a:xfrm>
            <a:off x="1422400" y="25019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34CC4D-AD49-D207-A609-67F8E345C91D}"/>
              </a:ext>
            </a:extLst>
          </p:cNvPr>
          <p:cNvSpPr txBox="1"/>
          <p:nvPr/>
        </p:nvSpPr>
        <p:spPr>
          <a:xfrm>
            <a:off x="1422400" y="27686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3DA65CD-3901-65E0-DAF0-C2059EAE271E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B45157-884F-FFBE-170A-BDEF4C2EFCCD}"/>
              </a:ext>
            </a:extLst>
          </p:cNvPr>
          <p:cNvSpPr txBox="1"/>
          <p:nvPr/>
        </p:nvSpPr>
        <p:spPr>
          <a:xfrm>
            <a:off x="901700" y="3619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0F4B7-E48F-D9AE-379D-492AD91A3B7E}"/>
              </a:ext>
            </a:extLst>
          </p:cNvPr>
          <p:cNvSpPr txBox="1"/>
          <p:nvPr/>
        </p:nvSpPr>
        <p:spPr>
          <a:xfrm>
            <a:off x="1422400" y="35179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384321-7E17-5D95-FA95-709BEC61EACB}"/>
              </a:ext>
            </a:extLst>
          </p:cNvPr>
          <p:cNvSpPr txBox="1"/>
          <p:nvPr/>
        </p:nvSpPr>
        <p:spPr>
          <a:xfrm>
            <a:off x="1422400" y="37846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0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0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E5B37D1-7B2D-6BFC-8296-C2A26CC319AB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264130-ACCF-6296-E0AE-238D0BF83F69}"/>
              </a:ext>
            </a:extLst>
          </p:cNvPr>
          <p:cNvSpPr txBox="1"/>
          <p:nvPr/>
        </p:nvSpPr>
        <p:spPr>
          <a:xfrm>
            <a:off x="901700" y="46355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A58112-D2B4-9E55-AA21-8AE77947E93D}"/>
              </a:ext>
            </a:extLst>
          </p:cNvPr>
          <p:cNvSpPr txBox="1"/>
          <p:nvPr/>
        </p:nvSpPr>
        <p:spPr>
          <a:xfrm>
            <a:off x="1422400" y="45339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9581BD8-1BDE-B77D-D882-0021F29B231E}"/>
              </a:ext>
            </a:extLst>
          </p:cNvPr>
          <p:cNvSpPr txBox="1"/>
          <p:nvPr/>
        </p:nvSpPr>
        <p:spPr>
          <a:xfrm>
            <a:off x="1422400" y="48006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BB7D2BB0-D386-EB95-881F-6DFE75A1D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37076"/>
              </p:ext>
            </p:extLst>
          </p:nvPr>
        </p:nvGraphicFramePr>
        <p:xfrm>
          <a:off x="5943600" y="1524000"/>
          <a:ext cx="4953000" cy="268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437532644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80573844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30962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8438556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0429577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l-GR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198238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43046848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7A154B4-D1A7-04EA-B7C6-BB753B8E3576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E263F6-97E0-CB05-5516-688DA5C0C6BF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E865572-5110-9E59-F23F-D087C3DF00E5}"/>
              </a:ext>
            </a:extLst>
          </p:cNvPr>
          <p:cNvSpPr txBox="1"/>
          <p:nvPr/>
        </p:nvSpPr>
        <p:spPr>
          <a:xfrm>
            <a:off x="6388100" y="46482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9B17A42-F130-630C-085C-6F6DA0C07C23}"/>
              </a:ext>
            </a:extLst>
          </p:cNvPr>
          <p:cNvSpPr txBox="1"/>
          <p:nvPr/>
        </p:nvSpPr>
        <p:spPr>
          <a:xfrm>
            <a:off x="6388100" y="49657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88430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2E144F8-FC68-AA8F-CBE4-F40A8DA4D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BCD90A-B8D7-6808-6182-457B9197BDB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C21F78D-8066-4A94-AE3F-36485E5E3E8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5571C96-8F18-E06E-33FF-1E3EC18856A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AE2984-545D-58AD-9030-C95F01B4B97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C6FD04-4E47-F411-D25A-E127D2F890E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B629F7-B5BF-A353-29D2-45AAF1AEDD1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DEADF02-BFF0-E0F5-1FD8-BF0615EBFE3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2543D1-F5B4-7102-2A5C-AAC44CFED0F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90571F-A7F7-14E0-4A65-B5C32D436F7C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F8B90E-B1AC-7013-9E9F-6008F9C31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46097D-D94C-6FD2-63BF-FCB2074C916C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949298D-0212-C8B4-EC5B-D4D08136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B08138-45CE-9573-67C9-C944B3CDBA1C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EE945B-82B0-16C5-5E86-67B9FD0D42C7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E72284-E2DE-F86C-1669-6074856B892E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460F606-E8BA-3EF6-8ACC-36FEDA44B867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35DBB0-A3B1-989A-412B-DE76EED8F8A1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48D615-6B49-3A79-DC8C-730470FB3A91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B1CEE58-82A1-3B89-58EF-6290C9598C59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53E331-2ED6-B8A8-A61C-22A44BB24F9A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0A7690-EE12-DB39-C62E-61595F120F53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F472AB7-FF6F-860C-143D-6C24D29614FF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A27E57-D165-DEB7-05E9-8130EA358F14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6D49E3-CA4B-BBCB-351F-B8374A0991F2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98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47F97E-1B0B-2BC6-A610-2B37E02BFD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3D5B0B-FC28-5662-2C00-BEFC6C4E9E7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901F87-D78C-451D-B3DC-47879117336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50B0DC5-82C9-A16C-C0B1-1F81DD1E60F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08B8E2-2E3B-D1C9-7BF6-690D236AE22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0F1FC1-DC6B-BDC4-08FA-A8EF512565A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EE067E-45EB-C4DE-2904-6B5BD37E3B2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9B2282F-6FC8-C383-075A-CE35F112A84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27562A-0923-CDA0-3F0A-15E013DAB43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799A118-F8AA-58B5-40DB-47B2F1F09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310499"/>
              </p:ext>
            </p:extLst>
          </p:nvPr>
        </p:nvGraphicFramePr>
        <p:xfrm>
          <a:off x="762000" y="1333500"/>
          <a:ext cx="6350000" cy="3126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1313780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34408316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1280769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557631876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101594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01411993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1312343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6616901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1366873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34299320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B319DFC-757E-B41E-8A73-378F779F0941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01DC819-3458-FF94-B119-416CD9518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D614606-E3AB-F767-BFE5-5DABA6197B7C}"/>
              </a:ext>
            </a:extLst>
          </p:cNvPr>
          <p:cNvSpPr txBox="1"/>
          <p:nvPr/>
        </p:nvSpPr>
        <p:spPr>
          <a:xfrm>
            <a:off x="914400" y="4445000"/>
            <a:ext cx="9906000" cy="687368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156340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B1C396-6D76-DC01-BBC9-5B68307762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A9145E1-7638-3552-F40F-FC1AFFB53873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D2E5940-3454-AE5E-2046-2522935F327D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264528-955D-84B4-F775-F84CE2A854B5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3D0732-2706-D503-926E-FF13647D680B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AE7699-93C7-27CB-2347-7E3D6EF2C253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E13B0C7-2880-EE22-CB52-F057AB67069F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0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FE7588-414A-2C2A-98D3-B39B798F8A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430551-0DC2-5EE0-7EC4-4A70F8859DD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04F5513-37C1-F948-10E6-548CFD7E6DB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8F9B07A-6B5C-3D97-346E-FBB4F743308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7DC1D-6B1B-7219-D6F7-169A261732E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177556-AA55-FCEF-ECD2-CE55AA0AA55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60DA73-F56F-66FB-BBCA-E96FD640F2F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0445443-FE0C-FF75-3AE7-9C4FFE66725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D2A113-12F9-61D9-6D87-B7BF780E929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19282D-1607-7866-05B3-8E1CF036FBE4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C1B48F-CF3A-8306-89F5-59929A2BF3A6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B66C7B-EFE6-5984-90C6-641B5996A05A}"/>
              </a:ext>
            </a:extLst>
          </p:cNvPr>
          <p:cNvSpPr txBox="1"/>
          <p:nvPr/>
        </p:nvSpPr>
        <p:spPr>
          <a:xfrm>
            <a:off x="927100" y="1498600"/>
            <a:ext cx="299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EF0DEB-9285-BE5E-B92D-550857741E60}"/>
              </a:ext>
            </a:extLst>
          </p:cNvPr>
          <p:cNvSpPr txBox="1"/>
          <p:nvPr/>
        </p:nvSpPr>
        <p:spPr>
          <a:xfrm>
            <a:off x="927100" y="1816100"/>
            <a:ext cx="2997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BFAC68-0120-2712-1C7A-DA1D42F56D93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EF6F4E-6EB2-4BF5-5532-48D78D061894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D7F3F0-A59A-8F4C-A7D8-298FB71D9833}"/>
              </a:ext>
            </a:extLst>
          </p:cNvPr>
          <p:cNvSpPr txBox="1"/>
          <p:nvPr/>
        </p:nvSpPr>
        <p:spPr>
          <a:xfrm>
            <a:off x="4635500" y="1498600"/>
            <a:ext cx="299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7C6FD6-B82A-53C8-880E-FAD6212E286A}"/>
              </a:ext>
            </a:extLst>
          </p:cNvPr>
          <p:cNvSpPr txBox="1"/>
          <p:nvPr/>
        </p:nvSpPr>
        <p:spPr>
          <a:xfrm>
            <a:off x="4635500" y="1816100"/>
            <a:ext cx="2997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78934E7-3E3E-8A08-1C18-5D4ACE847672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1B721C-89B7-644F-B346-96A6FFF2ECD8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5B909-FC4E-21BA-BC8A-93EBC94A0386}"/>
              </a:ext>
            </a:extLst>
          </p:cNvPr>
          <p:cNvSpPr txBox="1"/>
          <p:nvPr/>
        </p:nvSpPr>
        <p:spPr>
          <a:xfrm>
            <a:off x="8343900" y="1498600"/>
            <a:ext cx="261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B1207E-02A2-2987-AC92-FA0C43FEE899}"/>
              </a:ext>
            </a:extLst>
          </p:cNvPr>
          <p:cNvSpPr txBox="1"/>
          <p:nvPr/>
        </p:nvSpPr>
        <p:spPr>
          <a:xfrm>
            <a:off x="8343900" y="1816100"/>
            <a:ext cx="2616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F3FFD93-7F7D-BD36-5EA0-4F7BA68E60B3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90975A9-62F4-7157-D856-6A33041C69F1}"/>
              </a:ext>
            </a:extLst>
          </p:cNvPr>
          <p:cNvSpPr txBox="1"/>
          <p:nvPr/>
        </p:nvSpPr>
        <p:spPr>
          <a:xfrm>
            <a:off x="1397000" y="3581400"/>
            <a:ext cx="939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J(w)=wᵀS_b w / wᵀS_w w,    w=S_w⁻¹(μ₁-μ₂)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DB07262-1CA3-079B-C7EE-8090634E2544}"/>
              </a:ext>
            </a:extLst>
          </p:cNvPr>
          <p:cNvSpPr txBox="1"/>
          <p:nvPr/>
        </p:nvSpPr>
        <p:spPr>
          <a:xfrm>
            <a:off x="1016000" y="4851400"/>
            <a:ext cx="9906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106077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9D9C1F3-19D1-E888-1566-F19CA5CBB2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223276-C17D-CE17-7FEE-7CF74E0278D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3C09B85-72B5-6B88-4CB8-01CE524B541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F909FE9-573B-1AD6-B396-30B2DE798B9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C3535B-FAA4-1C97-4F5E-0577B0E2F8F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17ED27-BF1B-8E13-E99E-62AB417652A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A45D3B8-EE26-BA5F-5CAE-01F9F2FDE66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851FE1B-6082-947B-C904-C221D9600F5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184582-0920-2C4C-671B-4220D16ECDE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8D58E2-2E21-7A1B-F015-77AE037D260E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6301E5-EB8B-8A38-8EA0-D2540BA9E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72DD468-B94A-A9DF-E73D-1B9D23789277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C29C28D-6C3B-3AA0-2942-FC544ED97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BFD33B7-7519-5254-8DA2-696B8408A37A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1B4FC5-61FF-033D-B587-0AF112595162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29A152-DB91-0B99-1FAB-DFB3677B8A70}"/>
              </a:ext>
            </a:extLst>
          </p:cNvPr>
          <p:cNvSpPr txBox="1"/>
          <p:nvPr/>
        </p:nvSpPr>
        <p:spPr>
          <a:xfrm>
            <a:off x="1206500" y="55880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99715F-B0F4-551A-FB38-48EB61CD71DD}"/>
              </a:ext>
            </a:extLst>
          </p:cNvPr>
          <p:cNvSpPr txBox="1"/>
          <p:nvPr/>
        </p:nvSpPr>
        <p:spPr>
          <a:xfrm>
            <a:off x="1206500" y="59055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B4AD190-6062-077D-DEBD-56582F0094EF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C53648-3B10-7E63-0FE4-77F4DCE2BF4E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CBD5F6-9C4C-8D5A-F5CD-DB38300CF75B}"/>
              </a:ext>
            </a:extLst>
          </p:cNvPr>
          <p:cNvSpPr txBox="1"/>
          <p:nvPr/>
        </p:nvSpPr>
        <p:spPr>
          <a:xfrm>
            <a:off x="6794500" y="55880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655700-A644-4BBC-7E2C-411327316FC7}"/>
              </a:ext>
            </a:extLst>
          </p:cNvPr>
          <p:cNvSpPr txBox="1"/>
          <p:nvPr/>
        </p:nvSpPr>
        <p:spPr>
          <a:xfrm>
            <a:off x="6794500" y="59055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328205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B318E1-C94C-EC9A-889F-2C3233D258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4FC790-3A41-B846-A9CA-F909E5E0036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32330F6-5259-78CA-6D40-7538016D453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59B4ABD-C9E1-2659-DB1F-379BF9543A5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6C8212-197A-AB0C-1FA8-4AA62A49F50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127B74-6092-C04F-BBDC-61E972438FC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1169608-6395-3685-1BA7-E5677F22DDB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C1CF888-0552-D249-71F8-628A796C851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F2BE7D-FB14-C76B-AC73-2B4F647EECB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6F5A7B4-258D-3394-B3BD-7B1C05274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360724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328626825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65836997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90736115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98160252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48923268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65735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88079108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8173804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37871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3E279CC0-7A96-D9EE-A5E3-FD09213BA7B1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E6AFA2-A688-CCFB-5290-A27360B4AC67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6AE1FB-AE61-B964-8CFA-363E73A7EADA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6ADCF0-0503-8979-1A77-863E4065F023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2AA881-7A75-3677-B6AC-A79DE688588D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6E49B4-7977-E770-3700-51111271F871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AF2CDF-99F1-1770-982B-C727328687B0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06CF82-7C25-7AB0-999D-850A273C8AB3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1E577E-B29F-114B-BF60-56F522ECCDFA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47240C-7AB4-200F-78E6-8AF0AF700983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D74F39-ADFA-3C00-6856-01AAB7732A0A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6F7EEA4-1944-0985-8DDE-80FA9257C81F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5D542AA-84F7-7354-D6D8-E345D9C4CCE3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64ADC5-9CA1-1FCD-F35C-EF9D3A28182D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B93BB3B-A61B-986D-DEBE-4E7E9030FD38}"/>
              </a:ext>
            </a:extLst>
          </p:cNvPr>
          <p:cNvSpPr txBox="1"/>
          <p:nvPr/>
        </p:nvSpPr>
        <p:spPr>
          <a:xfrm>
            <a:off x="7239000" y="4191000"/>
            <a:ext cx="3505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93D71C-758D-244A-E750-F20A48612D0D}"/>
              </a:ext>
            </a:extLst>
          </p:cNvPr>
          <p:cNvSpPr txBox="1"/>
          <p:nvPr/>
        </p:nvSpPr>
        <p:spPr>
          <a:xfrm>
            <a:off x="7239000" y="4508500"/>
            <a:ext cx="3505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396817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062B99-DE63-F4D7-8257-DB0788E05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919213-EE6D-F326-5F87-1E636B0079B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7D18985-4FF6-975C-2974-50E5F766F9B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E27ED8E-F8BE-F074-FD6F-743F8C9F847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DBD21C-1232-1255-F85E-BBF09CA82C0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E0C91C-8F22-75C8-82FF-40381B70D32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B22005-F723-3E84-602E-0AB76F5549A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3D314BC-0BBF-17DD-DB24-6624D6BDB65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B5AD70-82C3-4F5D-F57C-ED7454912CE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6E9869B-57A1-22B6-688E-1EC9802123CA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A0B29F-F674-EECA-241F-997C091E5334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2A0BED-325D-81B6-4F42-8808E6D9E079}"/>
              </a:ext>
            </a:extLst>
          </p:cNvPr>
          <p:cNvSpPr txBox="1"/>
          <p:nvPr/>
        </p:nvSpPr>
        <p:spPr>
          <a:xfrm>
            <a:off x="1079500" y="17145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9AE7BC-373B-0396-074B-762263A7B3D1}"/>
              </a:ext>
            </a:extLst>
          </p:cNvPr>
          <p:cNvSpPr txBox="1"/>
          <p:nvPr/>
        </p:nvSpPr>
        <p:spPr>
          <a:xfrm>
            <a:off x="1079500" y="2032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D012152-F4F0-A2E9-E937-B512DDBFB3E2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EFE52F-7A70-CE14-77B0-D85CC6F711B3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4926FF-2EA9-FA3F-F5EC-A21C965E1E7D}"/>
              </a:ext>
            </a:extLst>
          </p:cNvPr>
          <p:cNvSpPr txBox="1"/>
          <p:nvPr/>
        </p:nvSpPr>
        <p:spPr>
          <a:xfrm>
            <a:off x="4762500" y="17145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8D537D1-9C00-CCD2-3D3D-B9E503DA8AEC}"/>
              </a:ext>
            </a:extLst>
          </p:cNvPr>
          <p:cNvSpPr txBox="1"/>
          <p:nvPr/>
        </p:nvSpPr>
        <p:spPr>
          <a:xfrm>
            <a:off x="4762500" y="2032000"/>
            <a:ext cx="2806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44FF5C6-81D4-F6AD-AF71-DADE4B58B9AF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AE0C64-6FB4-ABEE-9EC1-B7F6A3116F5B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D6FD43-9FC0-1B11-C7EA-28D8306B6C41}"/>
              </a:ext>
            </a:extLst>
          </p:cNvPr>
          <p:cNvSpPr txBox="1"/>
          <p:nvPr/>
        </p:nvSpPr>
        <p:spPr>
          <a:xfrm>
            <a:off x="8445500" y="1714500"/>
            <a:ext cx="2552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37ED05-44A5-34E8-BB6D-ABF092103051}"/>
              </a:ext>
            </a:extLst>
          </p:cNvPr>
          <p:cNvSpPr txBox="1"/>
          <p:nvPr/>
        </p:nvSpPr>
        <p:spPr>
          <a:xfrm>
            <a:off x="8445500" y="20320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E959710-E075-6359-5BBC-783F8C4A3060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5821EB-57CA-86CB-B5C4-C5AAB49DE19A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744944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35A431-EEFF-ADC3-EB6B-7ED7F89C2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A912B3-CEDF-8BCC-3E27-B70C365434F0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99C6F8E-0397-BC6B-D4F7-BFAA36F62D4E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9857E8-9986-2FF6-FA7F-AFD3AD8231EB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34A81A-B1A7-8A38-2E85-EEE2FF351542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79047D-D927-043D-7D8E-B5F29243A38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C0F20D2-416B-234B-E832-81A1CBB4FA99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12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23007C-C208-FB3C-005D-BD460BC17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17D577-6E3D-58B5-33FF-33D93669D46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4FF2558-AD45-522E-C387-6E2181683BC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AD4BB9B-79F8-0DE4-C24B-9B73F06DCED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A23230-1703-C7ED-3193-68FB65152FA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949F70-F1B3-9366-BF80-7AD48CF772D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A149EA5-AE18-1D4C-48DE-DA1A91C55D8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4A4DD9C-D10C-6BD4-78FE-266A17FA9B4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35F006-7CF3-F33F-406C-FDC9C13A263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8D02AEC-E182-D6D7-E802-F058B0E544AB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99010F-1F68-AA68-293B-8A9FB84A3C7B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E2536C-5268-4686-2D73-CB818C16B855}"/>
              </a:ext>
            </a:extLst>
          </p:cNvPr>
          <p:cNvSpPr txBox="1"/>
          <p:nvPr/>
        </p:nvSpPr>
        <p:spPr>
          <a:xfrm>
            <a:off x="1079500" y="15875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A5AB24-97F5-817C-2430-52F9AD879A68}"/>
              </a:ext>
            </a:extLst>
          </p:cNvPr>
          <p:cNvSpPr txBox="1"/>
          <p:nvPr/>
        </p:nvSpPr>
        <p:spPr>
          <a:xfrm>
            <a:off x="1079500" y="19050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BD905D2-FCA6-67CA-D7DF-7176E76B90EF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3646CA-AAB8-59FB-F173-F8145A4C2687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B5D191-7B7E-E1E6-CA80-272351333D29}"/>
              </a:ext>
            </a:extLst>
          </p:cNvPr>
          <p:cNvSpPr txBox="1"/>
          <p:nvPr/>
        </p:nvSpPr>
        <p:spPr>
          <a:xfrm>
            <a:off x="6477000" y="15875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2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BD2317-299F-7B9B-1F2C-BD2DC1BDF1AB}"/>
              </a:ext>
            </a:extLst>
          </p:cNvPr>
          <p:cNvSpPr txBox="1"/>
          <p:nvPr/>
        </p:nvSpPr>
        <p:spPr>
          <a:xfrm>
            <a:off x="6477000" y="19050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DF156E0-5C6D-3CAF-3D4A-5440E40FA6DE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41FFE1-CA90-B12F-D361-3AF284115E9C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uᵢ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λ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ᵢuᵢ,      zᵢ = uᵢᵀ(x-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B43CC4-7AEE-6F0A-7051-3879DD2072AE}"/>
              </a:ext>
            </a:extLst>
          </p:cNvPr>
          <p:cNvSpPr txBox="1"/>
          <p:nvPr/>
        </p:nvSpPr>
        <p:spPr>
          <a:xfrm>
            <a:off x="1016000" y="4826000"/>
            <a:ext cx="9652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320873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A42477-0B01-46F0-8131-3EAFE2AD7D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1E434C-EA53-143E-99C1-C42B1501C6E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6DC9E96-8011-EAA2-84FE-7B7CF3C2A56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4D415B8-552B-7BA2-26C9-3431E2AE025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21644F-7087-9158-32A2-56B9173BAFA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47CF-4F2C-3641-DBB6-DBA2C8605DC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0DB434B-F6B7-A61A-D1F5-67E9D6AB6E8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496722C-933A-FE3A-4F08-D578C2F342A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808DD8-B425-65C2-75FD-1C79BF28F5C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A8D7276-0634-B967-6CED-3CF779600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762159"/>
              </p:ext>
            </p:extLst>
          </p:nvPr>
        </p:nvGraphicFramePr>
        <p:xfrm>
          <a:off x="825500" y="1397000"/>
          <a:ext cx="4445000" cy="2756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79935971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18715769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03704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8383536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387616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2086025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9036323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002852029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C299DB2-1603-ACF1-D3AD-5F45E6F41192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60FBCC9-DCFE-7A06-51DF-B284CC5FA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4D00148-BB0D-6B2B-4804-FAB37ACC6BF8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347081-626D-8929-A623-4C0BB04879D7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D68948-B6C9-A75F-AECC-1A21E885A557}"/>
              </a:ext>
            </a:extLst>
          </p:cNvPr>
          <p:cNvSpPr txBox="1"/>
          <p:nvPr/>
        </p:nvSpPr>
        <p:spPr>
          <a:xfrm>
            <a:off x="1206500" y="5054600"/>
            <a:ext cx="3695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E89A69-A506-4FB0-48E5-192BC7753D16}"/>
              </a:ext>
            </a:extLst>
          </p:cNvPr>
          <p:cNvSpPr txBox="1"/>
          <p:nvPr/>
        </p:nvSpPr>
        <p:spPr>
          <a:xfrm>
            <a:off x="1206500" y="5372100"/>
            <a:ext cx="3695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10043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F7E209-202B-367D-A5C0-F118EA1F0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2E582E-1A57-3193-3302-401051C8069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837FDB0-8C53-CB7D-BDB1-AFA21A35E42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F24F50C-4A16-B24E-2725-EC63F61CEA9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A412CA-2CF4-9ED9-4572-3365542AAD7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6F7E81-6334-F23A-1BE3-C42B67945AC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904D68-E79D-345F-C2EB-ABA104FB748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FB23823-7051-E368-7A62-FFBC4CB7610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4CAF5A-595E-6292-60C4-10046513D6F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9CAB06A-4121-70FA-54F5-5551DF9D6970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04FCF50-4DE4-0527-4965-0544E6A2C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B641CBB-6B21-7EBA-4736-FD34CC28F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73218"/>
              </p:ext>
            </p:extLst>
          </p:nvPr>
        </p:nvGraphicFramePr>
        <p:xfrm>
          <a:off x="6540500" y="1549400"/>
          <a:ext cx="4826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39096757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604252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02804520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92659254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5862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866834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0585062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01489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76491227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54E30634-1D5B-CD15-A30C-BEC95A304389}"/>
              </a:ext>
            </a:extLst>
          </p:cNvPr>
          <p:cNvSpPr txBox="1"/>
          <p:nvPr/>
        </p:nvSpPr>
        <p:spPr>
          <a:xfrm>
            <a:off x="6667500" y="4318000"/>
            <a:ext cx="4572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446540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0B00D3-0D97-1B9E-6B74-EA17BA8B20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D7A3CE-7D0B-9F6E-649F-C64CCE0381A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28B35E0-E0DE-F6BD-EF91-DA7A55120E4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235B77A-BF22-F20E-6A10-4025CEA1F7B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5F708A-9900-4AF6-5FB7-E48D2B23EFC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497C2-260C-1B26-9D5F-0B1BD248576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643312-F923-D773-7DB4-1755C580759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936A92A-501F-E1E5-29B1-D5FB2B38859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1D11B-4808-3516-514E-19FEFE862E8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16A9617-F7C8-5E2B-4270-05FB9E46B40B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C851C0-AC32-9CCE-5B6A-B41C24E5797A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696977-6F61-CF42-AD60-13BE3B3D4382}"/>
              </a:ext>
            </a:extLst>
          </p:cNvPr>
          <p:cNvSpPr txBox="1"/>
          <p:nvPr/>
        </p:nvSpPr>
        <p:spPr>
          <a:xfrm>
            <a:off x="1079500" y="16510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8E49C5-28D5-F43B-5C94-85ACB5A130FA}"/>
              </a:ext>
            </a:extLst>
          </p:cNvPr>
          <p:cNvSpPr txBox="1"/>
          <p:nvPr/>
        </p:nvSpPr>
        <p:spPr>
          <a:xfrm>
            <a:off x="1079500" y="1968500"/>
            <a:ext cx="2806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0AAACB4-9005-A2C3-2E3B-1A38541781B1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944A2E-E322-16F9-7D1C-5A8C6F78A4C4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32A0E1-37E1-8123-AD0B-7DBDC58064C4}"/>
              </a:ext>
            </a:extLst>
          </p:cNvPr>
          <p:cNvSpPr txBox="1"/>
          <p:nvPr/>
        </p:nvSpPr>
        <p:spPr>
          <a:xfrm>
            <a:off x="4762500" y="16510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9D3DAD-28D8-D983-5D1D-638EA8AE45A6}"/>
              </a:ext>
            </a:extLst>
          </p:cNvPr>
          <p:cNvSpPr txBox="1"/>
          <p:nvPr/>
        </p:nvSpPr>
        <p:spPr>
          <a:xfrm>
            <a:off x="4762500" y="1968500"/>
            <a:ext cx="2806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A37927C-79BA-83E6-D05F-A283DB88AC14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E56B0C-1668-E2F5-D815-86CCC4BDAFA9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565FDC-4B25-EA47-2568-E7005F5A8FA2}"/>
              </a:ext>
            </a:extLst>
          </p:cNvPr>
          <p:cNvSpPr txBox="1"/>
          <p:nvPr/>
        </p:nvSpPr>
        <p:spPr>
          <a:xfrm>
            <a:off x="8445500" y="1651000"/>
            <a:ext cx="2552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0CBD87-7D6B-583D-5A29-E0D5970EFCF2}"/>
              </a:ext>
            </a:extLst>
          </p:cNvPr>
          <p:cNvSpPr txBox="1"/>
          <p:nvPr/>
        </p:nvSpPr>
        <p:spPr>
          <a:xfrm>
            <a:off x="8445500" y="19685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612560F-9D4F-06E1-5335-FDF53535B60E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E6AD60F-4F69-4939-979F-670773B91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79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5C900B-3DA8-EA54-2FA2-D8E61E8513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2FDA6A4-88DF-0CB0-C203-AC5D7EB30CA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D139F02-DBB0-1669-C055-727004C4D1DA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09FC84-A662-3BF2-8386-FE421E4A3F08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24EF62-EC00-4C79-089C-BA8A4DDA727E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408365-604B-C0DA-6063-F5293B149C54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02380BB-3C34-D416-A07C-CCCAFC7E8070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42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48AD92-1CD7-4BE5-3C3F-E78646CC24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5381D5-63AD-3136-054F-D09FD0C4FE8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C15AE09-BEA1-163F-690F-61510DA0265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5A09A66-05A5-D3EB-D6E0-D6CB00A25F0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15BD2B-A5E7-C71C-E681-8DB2C077509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5C7475-670C-E9D2-7D1B-B20EBDF48FA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4677CC8-3A3F-8FF6-4D15-8E56983E688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7B8E49C-6B38-B1A4-98BF-8A4F4E4C951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54338F-B2A0-9AFC-A7A2-F40E8737B3B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88A6E94-A339-F8ED-6C4B-935CBB75340D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BFD9C8-980A-3FD8-D285-1774B63977BB}"/>
              </a:ext>
            </a:extLst>
          </p:cNvPr>
          <p:cNvSpPr txBox="1"/>
          <p:nvPr/>
        </p:nvSpPr>
        <p:spPr>
          <a:xfrm>
            <a:off x="1028700" y="1612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F025C8-5E80-34AB-530F-773515FBF476}"/>
              </a:ext>
            </a:extLst>
          </p:cNvPr>
          <p:cNvSpPr txBox="1"/>
          <p:nvPr/>
        </p:nvSpPr>
        <p:spPr>
          <a:xfrm>
            <a:off x="1549400" y="1511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4CD266-4A11-F520-7E50-90BF8D40171C}"/>
              </a:ext>
            </a:extLst>
          </p:cNvPr>
          <p:cNvSpPr txBox="1"/>
          <p:nvPr/>
        </p:nvSpPr>
        <p:spPr>
          <a:xfrm>
            <a:off x="1549400" y="1778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0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B3CACBA-5A15-098E-70E8-F1B27592B216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5D8BA1-5759-4229-E554-236E91A09372}"/>
              </a:ext>
            </a:extLst>
          </p:cNvPr>
          <p:cNvSpPr txBox="1"/>
          <p:nvPr/>
        </p:nvSpPr>
        <p:spPr>
          <a:xfrm>
            <a:off x="1028700" y="2628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F1DA5A-FFC8-94A3-8316-2374D7BE90C6}"/>
              </a:ext>
            </a:extLst>
          </p:cNvPr>
          <p:cNvSpPr txBox="1"/>
          <p:nvPr/>
        </p:nvSpPr>
        <p:spPr>
          <a:xfrm>
            <a:off x="1549400" y="2527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ED5867-1E25-F2A8-2464-5C4A09D56256}"/>
              </a:ext>
            </a:extLst>
          </p:cNvPr>
          <p:cNvSpPr txBox="1"/>
          <p:nvPr/>
        </p:nvSpPr>
        <p:spPr>
          <a:xfrm>
            <a:off x="1549400" y="2794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63959B7-0129-18DB-7C32-49CC92603E05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A4B99A-01E1-0CE2-9D42-C43F0972B057}"/>
              </a:ext>
            </a:extLst>
          </p:cNvPr>
          <p:cNvSpPr txBox="1"/>
          <p:nvPr/>
        </p:nvSpPr>
        <p:spPr>
          <a:xfrm>
            <a:off x="1028700" y="3644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AE68DB-062B-6A82-32E0-3EBCBB2551DE}"/>
              </a:ext>
            </a:extLst>
          </p:cNvPr>
          <p:cNvSpPr txBox="1"/>
          <p:nvPr/>
        </p:nvSpPr>
        <p:spPr>
          <a:xfrm>
            <a:off x="1549400" y="3543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E647BF-032B-3FB4-86DA-5F62B9F56BFE}"/>
              </a:ext>
            </a:extLst>
          </p:cNvPr>
          <p:cNvSpPr txBox="1"/>
          <p:nvPr/>
        </p:nvSpPr>
        <p:spPr>
          <a:xfrm>
            <a:off x="1549400" y="3810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83152D5-DE75-4A5A-2E49-BBCB4196F737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4A5FCC-7349-B25E-C516-4A1B7CB9098E}"/>
              </a:ext>
            </a:extLst>
          </p:cNvPr>
          <p:cNvSpPr txBox="1"/>
          <p:nvPr/>
        </p:nvSpPr>
        <p:spPr>
          <a:xfrm>
            <a:off x="1028700" y="4660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724159-6A12-B52B-8FD9-6DFE125F4720}"/>
              </a:ext>
            </a:extLst>
          </p:cNvPr>
          <p:cNvSpPr txBox="1"/>
          <p:nvPr/>
        </p:nvSpPr>
        <p:spPr>
          <a:xfrm>
            <a:off x="1549400" y="4559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5E99DF1-4536-229C-8939-0512229BAD60}"/>
              </a:ext>
            </a:extLst>
          </p:cNvPr>
          <p:cNvSpPr txBox="1"/>
          <p:nvPr/>
        </p:nvSpPr>
        <p:spPr>
          <a:xfrm>
            <a:off x="1549400" y="4826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91FACB2-5482-C57D-B81E-1C07AE4CBC25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0F51605-14BC-988A-C0DF-96C0F7328559}"/>
              </a:ext>
            </a:extLst>
          </p:cNvPr>
          <p:cNvSpPr txBox="1"/>
          <p:nvPr/>
        </p:nvSpPr>
        <p:spPr>
          <a:xfrm>
            <a:off x="6858000" y="1905000"/>
            <a:ext cx="3365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z = U_kᵀ(x-</a:t>
            </a:r>
            <a:r>
              <a:rPr lang="el-GR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E539FF37-2610-D095-510D-DF53A994F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31636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6916282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97681678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728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8813833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282540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07985739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10711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86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4263DA-C859-79E2-B2DC-E0ACF57C1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283A71-D3BA-C06F-58EB-3AE05D6BD7B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830235-8DEC-62A3-F9C3-C7A0D346E82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2122AEE-C88A-D422-FCB7-58D7165007A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8AD4F-531A-1778-DBD6-B6A8BAF4D59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07884F-E485-9F31-80ED-AA4CBE93DAC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B73A2B9-EA29-F9A1-163E-FF6999ED952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7F2A24F-E7EA-F2CF-4FCE-E73E8B4B5FA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9FE86C-8A5C-2274-0C41-B37CA68F7D8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5CC015-C016-BA2E-0FE5-7139666CCE24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1FEC24-777C-5D52-7BFD-EC8E3BB5B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E28D9B7-911E-96FF-D525-F1B26FCFF998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7A956C9-F6CE-AECD-5577-05BC57578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2E6824-0DDA-1170-F015-B59F4076EAF9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A61516-15E2-00C7-7293-B878B2FD117A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303C999-339A-C56A-6A44-4C0BA9916D2E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3B824F5-64F3-4DB1-B292-560BEB729664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66FA46-476C-1518-0EFC-C05F4532C527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D48FDB-6114-C829-83DC-451E9B4E734E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14917E-5803-4687-0059-314C74D49D9B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7BDAF7-D48B-2D2C-C8EA-623783B0A870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0E7D3E-46FC-C033-21A2-7C7E85676C21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2BF288E-95CB-AC9F-C04E-3C6CDB9D2F46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D170D3-053B-8B01-E440-225BFB860C68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2F0CC-F2E6-61B6-35EC-BE6DECA6F1AE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339456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3E105F-DC84-8447-079F-9E6C067970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EBBCD9-ACB5-9EDB-C512-7D3A4CFF032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2208C5D-B4A5-D062-E924-24B7806EC4A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85D4B81-911C-9A45-3635-E907BF7164B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B4C0C0-BE76-2046-8C67-8A63998DB08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A5D8F9-15E1-DE1D-A659-44209C03FCA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11C10F-41F2-A50B-D615-E84AF9CE88D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28B021E-15EB-5862-B00B-5BD902A143A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384C36-F440-DF75-1FCC-5E88653A31D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5CE0EA1-354A-815C-2210-BFC4443A63A6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89C3F90-BC09-7D4B-99F5-0F95760CF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BB91881-573E-CDC0-908E-519224F2C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026260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2856440466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25541647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448392694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22497196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3772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652676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5468237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71641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110723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D8155ED-8126-A560-2882-DA28B0FFB29D}"/>
              </a:ext>
            </a:extLst>
          </p:cNvPr>
          <p:cNvSpPr txBox="1"/>
          <p:nvPr/>
        </p:nvSpPr>
        <p:spPr>
          <a:xfrm>
            <a:off x="6794500" y="4318000"/>
            <a:ext cx="4318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399189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101AF3-1885-5A83-79E5-C3C016C9ED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1D1569-96D8-17EC-5032-87B697ACA71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673F327-80E1-111B-ABCA-9B52C55856C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6E174E7-7818-0AE0-D839-315C6FFC902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975FD1-B483-DC5B-4E6A-123563D0398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8459A9-1298-BB4D-AD99-5056CE771C5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A7942E-8C14-70D3-3000-D4BDF6F3EA1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27384BA-6855-F987-9B9B-47263331287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B7C17E-1A3F-65D9-DF7B-5538580A1B2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68692DD-8115-3F7B-48B0-1943B6DE2E2B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B91D8C0-047E-8B9F-DF6F-BEAC81F55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49EC594-02B9-53F6-ED44-9E78C8976A9B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D165FB-002F-284C-1C3F-61BEE4D6BB78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9FC021-E316-D1B1-76A5-B1F802F7557F}"/>
              </a:ext>
            </a:extLst>
          </p:cNvPr>
          <p:cNvSpPr txBox="1"/>
          <p:nvPr/>
        </p:nvSpPr>
        <p:spPr>
          <a:xfrm>
            <a:off x="7239000" y="1651000"/>
            <a:ext cx="3505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A528B8-038A-F759-1976-E5758E7DE231}"/>
              </a:ext>
            </a:extLst>
          </p:cNvPr>
          <p:cNvSpPr txBox="1"/>
          <p:nvPr/>
        </p:nvSpPr>
        <p:spPr>
          <a:xfrm>
            <a:off x="7239000" y="1968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DE067DB-C2F5-69BB-49FE-B6F9E71DBE7F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DE8A19-0D74-D61B-34B1-FEF39A30DA66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DE9053-67E8-2CCB-C6B3-07FD2F0AD808}"/>
              </a:ext>
            </a:extLst>
          </p:cNvPr>
          <p:cNvSpPr txBox="1"/>
          <p:nvPr/>
        </p:nvSpPr>
        <p:spPr>
          <a:xfrm>
            <a:off x="7239000" y="3111500"/>
            <a:ext cx="3505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3B4B41-C415-DBEE-5ECD-A5B66AD6861E}"/>
              </a:ext>
            </a:extLst>
          </p:cNvPr>
          <p:cNvSpPr txBox="1"/>
          <p:nvPr/>
        </p:nvSpPr>
        <p:spPr>
          <a:xfrm>
            <a:off x="7239000" y="3429000"/>
            <a:ext cx="35052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49AE3A7-9DA6-B704-0202-0EB89E017DDB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DF4F99-0CDA-9D6F-EFEC-B94AE11EEE6A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D530A8-2A53-6862-7F2D-C88369907D6B}"/>
              </a:ext>
            </a:extLst>
          </p:cNvPr>
          <p:cNvSpPr txBox="1"/>
          <p:nvPr/>
        </p:nvSpPr>
        <p:spPr>
          <a:xfrm>
            <a:off x="7239000" y="4572000"/>
            <a:ext cx="3505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0D12A7-0BFC-AAA2-00E9-38B7BA2F76FA}"/>
              </a:ext>
            </a:extLst>
          </p:cNvPr>
          <p:cNvSpPr txBox="1"/>
          <p:nvPr/>
        </p:nvSpPr>
        <p:spPr>
          <a:xfrm>
            <a:off x="7239000" y="4889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17647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F20422-C2F5-077B-FA39-B483975FF5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C4C27D0-8B67-A03E-46E1-DE6B3AF0F6C2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58D62A0-7A25-9D1F-9AFB-C209079F3461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7C9E42-5E37-8A82-A84C-62810AB4A22F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0967D-E1F7-E546-4D8C-B493E3ED30D5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81B0B6-3178-1F9F-3398-C335595D3E7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171760-B7B1-C20F-722C-52E707C0E5EB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456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DC7AAB-01E1-5D35-D936-CDE422258D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BD73F8-192B-121D-282E-F5028C831EA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63BC439-49E9-31D0-08B8-C19D6D7F12A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245C85E-A6B8-A8E2-EFA1-6A8CD46CFF7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463792-C4B9-FC44-B6D9-909FFCBEA38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A954E-0D86-0196-DDD7-A262D94492A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1CD6025-35F9-2163-D45B-1EDD02C5B75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0992618-3D8E-97BB-541E-CE02B70F1F6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00AC8F-2F27-8D51-9872-C2A7677028C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D569F56-B7E2-1DB2-325D-FCF9EDF2EE68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780BF-8F24-3FEB-8077-D0678DD48247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68369A-B907-5320-689B-0114A9A6E947}"/>
              </a:ext>
            </a:extLst>
          </p:cNvPr>
          <p:cNvSpPr txBox="1"/>
          <p:nvPr/>
        </p:nvSpPr>
        <p:spPr>
          <a:xfrm>
            <a:off x="1079500" y="15875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1F7243-4792-3B10-CFDB-E0E0D4033CC4}"/>
              </a:ext>
            </a:extLst>
          </p:cNvPr>
          <p:cNvSpPr txBox="1"/>
          <p:nvPr/>
        </p:nvSpPr>
        <p:spPr>
          <a:xfrm>
            <a:off x="1079500" y="19050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23F706-8E69-0FD0-47C7-1E5C82D9CCE0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719A09-661E-4914-BE21-15E943D14F5E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E8F2C1-51F1-D1FD-4BDE-2987696DB833}"/>
              </a:ext>
            </a:extLst>
          </p:cNvPr>
          <p:cNvSpPr txBox="1"/>
          <p:nvPr/>
        </p:nvSpPr>
        <p:spPr>
          <a:xfrm>
            <a:off x="6477000" y="15875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15A755-EDD6-39D3-D035-2BE0B43C5B76}"/>
              </a:ext>
            </a:extLst>
          </p:cNvPr>
          <p:cNvSpPr txBox="1"/>
          <p:nvPr/>
        </p:nvSpPr>
        <p:spPr>
          <a:xfrm>
            <a:off x="6477000" y="19050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489322-E7C8-4B6F-4D24-E61995248486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9D7E78-AF61-B0BF-317D-913FAAFA7E88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5BE331-8B48-84FD-E42C-2946414CD450}"/>
              </a:ext>
            </a:extLst>
          </p:cNvPr>
          <p:cNvSpPr txBox="1"/>
          <p:nvPr/>
        </p:nvSpPr>
        <p:spPr>
          <a:xfrm>
            <a:off x="1016000" y="4826000"/>
            <a:ext cx="9652000" cy="453970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3029236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7E8265-A8F8-6A9E-4089-1B75B1FF77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EFE24C-606B-DEBA-4DED-92AFAD8F44D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FF6558E-ED44-48EB-B2F7-9F85A9EDD2D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8EBA242-53A4-8478-08C6-F83279CFCA6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C38198-1147-1354-5BDF-6E547ABE63D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FFE7F8-B8CA-2A92-49F3-4002C6904CD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4F60AED-21D0-839A-529E-A92DD2800F5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2FFA35-1103-5E2B-F2F7-6CFD58D31FC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368241-110D-B86C-6492-C9E417FE9C0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7AFC5A1-B82D-6378-8C39-952486369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79234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7158228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56222545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0014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9694952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5570682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6354409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0780683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40869544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1E4E6845-CD1B-E907-ED22-0F8F0640DC15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266C63-FE98-9144-3B8A-216193C33CF1}"/>
              </a:ext>
            </a:extLst>
          </p:cNvPr>
          <p:cNvSpPr txBox="1"/>
          <p:nvPr/>
        </p:nvSpPr>
        <p:spPr>
          <a:xfrm>
            <a:off x="6934200" y="1612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364F-E9EA-57C6-6841-B09FE1D12D08}"/>
              </a:ext>
            </a:extLst>
          </p:cNvPr>
          <p:cNvSpPr txBox="1"/>
          <p:nvPr/>
        </p:nvSpPr>
        <p:spPr>
          <a:xfrm>
            <a:off x="7454900" y="1511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A63676-87A2-D768-E890-B6265EC754D9}"/>
              </a:ext>
            </a:extLst>
          </p:cNvPr>
          <p:cNvSpPr txBox="1"/>
          <p:nvPr/>
        </p:nvSpPr>
        <p:spPr>
          <a:xfrm>
            <a:off x="7454900" y="1778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C2A26DE-AD54-A8C5-34C6-34A1CE166F72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C6755D-9EDA-F362-0410-CD3C62F0E636}"/>
              </a:ext>
            </a:extLst>
          </p:cNvPr>
          <p:cNvSpPr txBox="1"/>
          <p:nvPr/>
        </p:nvSpPr>
        <p:spPr>
          <a:xfrm>
            <a:off x="6934200" y="2628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A77434-6E7A-7A84-80FE-EA1EC16AC325}"/>
              </a:ext>
            </a:extLst>
          </p:cNvPr>
          <p:cNvSpPr txBox="1"/>
          <p:nvPr/>
        </p:nvSpPr>
        <p:spPr>
          <a:xfrm>
            <a:off x="7454900" y="2527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E4E33B-F804-5DD7-BF6F-0E56B92B7FDB}"/>
              </a:ext>
            </a:extLst>
          </p:cNvPr>
          <p:cNvSpPr txBox="1"/>
          <p:nvPr/>
        </p:nvSpPr>
        <p:spPr>
          <a:xfrm>
            <a:off x="7454900" y="2794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35EFCDE-4A35-5202-4207-5B4413D702F4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0899F3-2BE0-830B-8108-4FC37020CA0F}"/>
              </a:ext>
            </a:extLst>
          </p:cNvPr>
          <p:cNvSpPr txBox="1"/>
          <p:nvPr/>
        </p:nvSpPr>
        <p:spPr>
          <a:xfrm>
            <a:off x="6934200" y="3644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4CE9AF-32E1-C1F2-14CD-E0B4C2EBEDAB}"/>
              </a:ext>
            </a:extLst>
          </p:cNvPr>
          <p:cNvSpPr txBox="1"/>
          <p:nvPr/>
        </p:nvSpPr>
        <p:spPr>
          <a:xfrm>
            <a:off x="7454900" y="3543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EAD511-81BB-9ACA-F5F6-8FA30272645E}"/>
              </a:ext>
            </a:extLst>
          </p:cNvPr>
          <p:cNvSpPr txBox="1"/>
          <p:nvPr/>
        </p:nvSpPr>
        <p:spPr>
          <a:xfrm>
            <a:off x="7454900" y="3810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B6070B0-43F5-8DE8-751B-28DDFCD2226E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66E4E3-06D5-9D5B-F7F3-D677CAB7A540}"/>
              </a:ext>
            </a:extLst>
          </p:cNvPr>
          <p:cNvSpPr txBox="1"/>
          <p:nvPr/>
        </p:nvSpPr>
        <p:spPr>
          <a:xfrm>
            <a:off x="6934200" y="4660900"/>
            <a:ext cx="355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F55BF9-A6CF-CAD7-68E3-14AEB41BCC57}"/>
              </a:ext>
            </a:extLst>
          </p:cNvPr>
          <p:cNvSpPr txBox="1"/>
          <p:nvPr/>
        </p:nvSpPr>
        <p:spPr>
          <a:xfrm>
            <a:off x="7454900" y="4559300"/>
            <a:ext cx="330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CDC767-3194-0621-7164-8FF5CC38D2F2}"/>
              </a:ext>
            </a:extLst>
          </p:cNvPr>
          <p:cNvSpPr txBox="1"/>
          <p:nvPr/>
        </p:nvSpPr>
        <p:spPr>
          <a:xfrm>
            <a:off x="7454900" y="4826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2087047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C88632-252C-00B4-665A-873B4120D6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93E314-85A6-BF47-A14D-5CB17518D21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866E300-7D2B-8FE0-0468-045CC5C6C9B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DAF8581-65AE-035C-3BB2-148CB0EBB2B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9B0D5A-6632-BF33-99FA-A2EC1292A27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1DCB7C-4FBC-7EBE-3859-477DD6482E3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DCB2D4-C918-F352-0ACA-77C4A22C28A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B543204-A500-2E26-F2F5-58E3C038D55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8E478-49F5-447C-19B5-35609CB89AD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6A6C45C-6752-77EA-773A-5C3FAF3FB1EB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BBD9E0-6E31-F395-5651-56DA9CD15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9CD772B-235E-6DDF-38D1-36025A1B828C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E23EEDD-7936-FE94-F04D-FC91A677F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F349026-88B2-A52D-CB0A-12FD27192DA1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C29428-87DE-475F-1884-279E1CEB48B3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A0177F-5520-163C-404C-750EFE3FC0E9}"/>
              </a:ext>
            </a:extLst>
          </p:cNvPr>
          <p:cNvSpPr txBox="1"/>
          <p:nvPr/>
        </p:nvSpPr>
        <p:spPr>
          <a:xfrm>
            <a:off x="1168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0553DDE-577D-5C10-A927-48FCDE957572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2D2C1-2A97-D342-5002-372E75638EB9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14D968-9C37-E948-F402-5999EE180E2E}"/>
              </a:ext>
            </a:extLst>
          </p:cNvPr>
          <p:cNvSpPr txBox="1"/>
          <p:nvPr/>
        </p:nvSpPr>
        <p:spPr>
          <a:xfrm>
            <a:off x="3454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FAF293-F3AB-CBE3-67C7-11161FF694DC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D66E01-CDFB-2A26-403C-1BD161BCC596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CE10169-C0C7-F613-F3C4-5E84C7E6A650}"/>
              </a:ext>
            </a:extLst>
          </p:cNvPr>
          <p:cNvSpPr txBox="1"/>
          <p:nvPr/>
        </p:nvSpPr>
        <p:spPr>
          <a:xfrm>
            <a:off x="5740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8BD34BB-A5D1-C6AA-A1C1-152D14BD0A9E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8572E9-E22B-66E6-4E64-5EE525E35C9A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A48AEA-B3E8-25BB-60E4-AE50ECA249AD}"/>
              </a:ext>
            </a:extLst>
          </p:cNvPr>
          <p:cNvSpPr txBox="1"/>
          <p:nvPr/>
        </p:nvSpPr>
        <p:spPr>
          <a:xfrm>
            <a:off x="8026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7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7542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396C56-5120-F40D-AE7A-4687C42A41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C0D782-B4B2-4E86-B0E0-8254E00066B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A5B399E-16EA-CFE8-3BF1-D7F415B7AE7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C28CF7B-D9C8-E352-FA04-AFC4E0490B8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8E4C04-46DE-2EB2-6CD2-258DF3472AA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57CBA5-56F7-6737-4D4A-3BAA0AF06F2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D528460-57CA-6B63-F173-BAC6BA114E7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3A6EDAC-A357-F83F-4163-8F4EF007C94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BD23CB-2953-8BF6-C2A3-E5412AD60C0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58969C-C288-1995-3A25-6985770EC2DC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E713FC6-16AF-F916-7105-0234B8F52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B52AF47-197C-B8AB-EC71-B6EE7E62ED17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BB72DF7-DE4F-98E7-851B-F47EA9389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805AD91-28C8-0E61-7C16-B5339537A9E7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44F4B5-97F0-3394-BB78-E1D4A3F6AD9D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15CE31-EBFF-13DD-35D0-CC5F735AA04C}"/>
              </a:ext>
            </a:extLst>
          </p:cNvPr>
          <p:cNvSpPr txBox="1"/>
          <p:nvPr/>
        </p:nvSpPr>
        <p:spPr>
          <a:xfrm>
            <a:off x="1206500" y="55880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1FBF36-E081-2159-24E0-B1301D0EAA95}"/>
              </a:ext>
            </a:extLst>
          </p:cNvPr>
          <p:cNvSpPr txBox="1"/>
          <p:nvPr/>
        </p:nvSpPr>
        <p:spPr>
          <a:xfrm>
            <a:off x="1206500" y="59055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F71A0C-2B62-AD74-6676-E70C78B1625A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B37D75-2FA8-78EA-52A8-C678E2D1D258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EDD142-34D0-A3F8-3F30-546B5ADB7C64}"/>
              </a:ext>
            </a:extLst>
          </p:cNvPr>
          <p:cNvSpPr txBox="1"/>
          <p:nvPr/>
        </p:nvSpPr>
        <p:spPr>
          <a:xfrm>
            <a:off x="6794500" y="55880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C780C9E-9289-1E5E-39CD-5135D6639AA8}"/>
              </a:ext>
            </a:extLst>
          </p:cNvPr>
          <p:cNvSpPr txBox="1"/>
          <p:nvPr/>
        </p:nvSpPr>
        <p:spPr>
          <a:xfrm>
            <a:off x="6794500" y="59055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2465611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F3780C-6A8E-D3EE-7434-8FC1E22D4F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2A575D-4403-213A-E7ED-E569E5E8676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D21E6FC-3856-3761-DE0E-0AFE22ECA5D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C48DE99-85A2-0B4B-4CDB-64E2D3880C5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589380-A240-FE3E-E192-9A48701051E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74FC1F-375C-7863-C731-7F9A4B1435C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0C92D3E-617E-4377-4CB7-78C3D766C73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A56EE6-805A-E570-E6A4-BF14D5B02FC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04BB02-8297-D057-A793-6AEFF0D9274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E27CEF8-4059-06E1-CC03-F23CF1F5FBBE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FEDB74-D4E3-B508-05DA-78324FD9D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CC8470-9705-F768-184D-5B236E7A1D8A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D39AC01-3EC7-0C10-37B7-06AF12625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FBFF58F-1C69-C48C-110C-409FAF4EC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62426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70105271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72627377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97997257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06667701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5694649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555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398539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0294346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125709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24214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256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7B5A75-FA94-9EEA-4720-6ED7990ED5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D2EE40-997A-14D5-044B-A4298353050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8A88F78-DC68-765E-9087-78C599A7327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BD3D23C-5C09-043C-785B-079FE4C215F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8115FA-44F4-9CCC-58FE-E2E887867CD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1A735A-2816-82FB-83A4-3FA60BA1729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07E5F4-2934-D4F0-218E-6E3424DC068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FDC3398-5453-A4D3-6A23-567779424C5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4D2671-DFE0-179C-D215-57B53FA6673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B205285-C6AA-E555-203A-BB17D9BE3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19691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3049875701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91592597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654384018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912833457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04256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7489414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1894890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28780116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0036851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99019432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0AEF4D-AAAB-0CD6-BC6F-DAA11466A5CF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52A41C-741D-5D27-2F3A-5E63684F1E0F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2950327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7F8B3C-2B9C-30D5-FBBA-A93ED916C5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9CBBFC-3A3C-6F4E-2E0F-4EC85FD33B5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3A683F9-4C3A-E653-50D6-56608AF155E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E568AF4-5E2C-BF97-6139-D62A7955F93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DDFDFC-1D09-5CDB-2454-9644898F5C2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EC7BE0-22D9-1CAE-2A8F-3099394F89D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453A1F-107A-71C9-8DDD-6DA308496F2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343B366-6C43-4FB0-C8BD-0DEF60D305E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0B4D19-FD8B-2A53-301C-15D958031D1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CE9CD6D-CD2B-E52C-4A3E-45C67362BEC9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801FCC-58AF-7D93-5177-23B923957BF9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9E09AF-D18B-5E47-A3C3-B38AD314AEB3}"/>
              </a:ext>
            </a:extLst>
          </p:cNvPr>
          <p:cNvSpPr txBox="1"/>
          <p:nvPr/>
        </p:nvSpPr>
        <p:spPr>
          <a:xfrm>
            <a:off x="1079500" y="16510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7D792E-79FF-9485-CDE5-F08FADEB6B8B}"/>
              </a:ext>
            </a:extLst>
          </p:cNvPr>
          <p:cNvSpPr txBox="1"/>
          <p:nvPr/>
        </p:nvSpPr>
        <p:spPr>
          <a:xfrm>
            <a:off x="1079500" y="1968500"/>
            <a:ext cx="2806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0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27CF86-D7EB-6F4E-D9B4-2D7D03A56ED7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DC0925-DB63-398C-7D9C-BEDA00C3C050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1AE63C-DEAD-4AE5-3A9C-D895B31ABEFB}"/>
              </a:ext>
            </a:extLst>
          </p:cNvPr>
          <p:cNvSpPr txBox="1"/>
          <p:nvPr/>
        </p:nvSpPr>
        <p:spPr>
          <a:xfrm>
            <a:off x="4762500" y="1651000"/>
            <a:ext cx="280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445BB4-6A3C-9233-2666-C79BC168C75D}"/>
              </a:ext>
            </a:extLst>
          </p:cNvPr>
          <p:cNvSpPr txBox="1"/>
          <p:nvPr/>
        </p:nvSpPr>
        <p:spPr>
          <a:xfrm>
            <a:off x="4762500" y="19685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047F6D-C86F-3205-8FF2-57280AC141AE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DB2620-C352-7B62-DDB9-63C70DEA65C8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44A3ED-C392-FF12-F939-CC75D5AD72E0}"/>
              </a:ext>
            </a:extLst>
          </p:cNvPr>
          <p:cNvSpPr txBox="1"/>
          <p:nvPr/>
        </p:nvSpPr>
        <p:spPr>
          <a:xfrm>
            <a:off x="8445500" y="1651000"/>
            <a:ext cx="2552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A73C18-3A55-7BC3-F3B0-1F6BA783C067}"/>
              </a:ext>
            </a:extLst>
          </p:cNvPr>
          <p:cNvSpPr txBox="1"/>
          <p:nvPr/>
        </p:nvSpPr>
        <p:spPr>
          <a:xfrm>
            <a:off x="8445500" y="1968500"/>
            <a:ext cx="2552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2DC7191-BD8B-DE6F-9C53-A725198D79A8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7BF74F-B9EA-714F-D374-50A78A0CEE18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5F489D8-5539-613D-7307-D1DAFDBE3B42}"/>
              </a:ext>
            </a:extLst>
          </p:cNvPr>
          <p:cNvSpPr txBox="1"/>
          <p:nvPr/>
        </p:nvSpPr>
        <p:spPr>
          <a:xfrm>
            <a:off x="1524000" y="5334000"/>
            <a:ext cx="9144000" cy="220573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1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1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</p:txBody>
      </p:sp>
    </p:spTree>
    <p:extLst>
      <p:ext uri="{BB962C8B-B14F-4D97-AF65-F5344CB8AC3E}">
        <p14:creationId xmlns:p14="http://schemas.microsoft.com/office/powerpoint/2010/main" val="3848125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6C3F8B-9596-B283-9870-66B33D0A2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9B082D-9A35-D02F-E8B1-28BD7FBFB577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3B8A3D-C98E-E58A-B5ED-2FDD2A2DE18C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8B43BF-2E7A-D0A5-8924-D84FF24F2CF4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A649E5-525F-2A24-CDDC-66D20531A759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D5D3E5-22F4-997A-8F0C-43DC2DEB7468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92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Microsoft Office PowerPoint</Application>
  <PresentationFormat>自定义</PresentationFormat>
  <Paragraphs>499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2026-06-16T19:44:29Z</dcterms:created>
  <dcterms:modified xsi:type="dcterms:W3CDTF">2026-06-16T19:45:03Z</dcterms:modified>
</cp:coreProperties>
</file>