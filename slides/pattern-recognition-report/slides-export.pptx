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模式识别课程实验汇报</dc:title>
  <dc:subject>基于男女身高体重数据、飞机图像数据与聚类分析的模式识别课程实验汇报。
</dc:subject>
  <dc:creator/>
  <cp:lastModifiedBy/>
  <cp:revision>1</cp:revision>
  <dcterms:created xsi:type="dcterms:W3CDTF">2026-06-16T14:52:14Z</dcterms:created>
  <dcterms:modified xsi:type="dcterms:W3CDTF">2026-06-16T14:52:14Z</dcterms:modified>
</cp:coreProperties>
</file>